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1"/>
  </p:notesMasterIdLst>
  <p:handoutMasterIdLst>
    <p:handoutMasterId r:id="rId12"/>
  </p:handoutMasterIdLst>
  <p:sldIdLst>
    <p:sldId id="287" r:id="rId2"/>
    <p:sldId id="416" r:id="rId3"/>
    <p:sldId id="417" r:id="rId4"/>
    <p:sldId id="418" r:id="rId5"/>
    <p:sldId id="419" r:id="rId6"/>
    <p:sldId id="420" r:id="rId7"/>
    <p:sldId id="421" r:id="rId8"/>
    <p:sldId id="423" r:id="rId9"/>
    <p:sldId id="422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C8EC"/>
    <a:srgbClr val="FBCB79"/>
    <a:srgbClr val="FFFFFF"/>
    <a:srgbClr val="ED6B69"/>
    <a:srgbClr val="BB4D4D"/>
    <a:srgbClr val="C56969"/>
    <a:srgbClr val="D38D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D083AE6-46FA-4A59-8FB0-9F97EB10719F}" styleName="Helle Formatvorlage 3 - Akz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Helle Formatvorlage 3 - Akz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70" autoAdjust="0"/>
    <p:restoredTop sz="86290" autoAdjust="0"/>
  </p:normalViewPr>
  <p:slideViewPr>
    <p:cSldViewPr snapToGrid="0">
      <p:cViewPr>
        <p:scale>
          <a:sx n="100" d="100"/>
          <a:sy n="100" d="100"/>
        </p:scale>
        <p:origin x="-216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14724326-9C0D-29FD-F505-773F33739E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FBD3E26-AD5F-30F2-6B1E-FEA7699685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2DE33E-83E1-4728-9CFA-303229C3B114}" type="datetimeFigureOut">
              <a:rPr lang="de-DE" smtClean="0"/>
              <a:t>24.09.25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3804231-F2A3-3047-3FBF-F5877368C7F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6976D07-5772-B2B2-8682-AACE36C2BC6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DE1156-DE5C-4A14-9075-B825C78DA6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10900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22C4EF-D8C7-4483-9221-D9BE8A5623B1}" type="datetimeFigureOut">
              <a:rPr lang="de-DE" smtClean="0"/>
              <a:t>24.09.25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D60EBE-752B-4F1A-AC7C-0CFAF6B0E85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0567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D60EBE-752B-4F1A-AC7C-0CFAF6B0E85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9249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403E65-07C6-4A39-AD80-7CFA855D9D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903445"/>
            <a:ext cx="10515600" cy="1352517"/>
          </a:xfrm>
          <a:solidFill>
            <a:schemeClr val="accent4">
              <a:lumMod val="20000"/>
              <a:lumOff val="80000"/>
            </a:schemeClr>
          </a:solidFill>
        </p:spPr>
        <p:txBody>
          <a:bodyPr anchor="ctr">
            <a:noAutofit/>
          </a:bodyPr>
          <a:lstStyle>
            <a:lvl1pPr algn="ctr">
              <a:defRPr sz="600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CA01800-2394-406B-8004-8F47938C05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352517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2DFCF04-767A-4CB5-A254-FE84EE115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5C39D-9D63-464D-94EF-FE26EC630ADB}" type="datetimeFigureOut">
              <a:rPr lang="de-DE" smtClean="0"/>
              <a:t>24.09.25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FEC39DD-948A-4500-A117-5E8F2CCF4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B5894B8-40E8-4A8B-8B70-CB60259ED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5102-08F4-4686-90FE-6DC74EF403FC}" type="slidenum">
              <a:rPr lang="de-DE" smtClean="0"/>
              <a:t>‹Nr.›</a:t>
            </a:fld>
            <a:endParaRPr lang="de-DE"/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BDEB77C1-909A-4559-9C78-0983B4E18448}"/>
              </a:ext>
            </a:extLst>
          </p:cNvPr>
          <p:cNvCxnSpPr>
            <a:cxnSpLocks/>
          </p:cNvCxnSpPr>
          <p:nvPr userDrawn="1"/>
        </p:nvCxnSpPr>
        <p:spPr>
          <a:xfrm>
            <a:off x="843643" y="3429000"/>
            <a:ext cx="10504714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034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7427B2-6EBB-413E-B25F-8D8F98542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AB0C498-1D25-45C1-8220-CCC244C9D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5849C5D-6D11-43E9-9840-34DC68104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5C39D-9D63-464D-94EF-FE26EC630ADB}" type="datetimeFigureOut">
              <a:rPr lang="de-DE" smtClean="0"/>
              <a:t>24.09.25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8115F8-D9AC-4ED0-B6A5-91D18A8B8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770C79-7834-4483-B020-5B94D10A2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5102-08F4-4686-90FE-6DC74EF403FC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A1B0CB41-593D-4976-9A43-EF0F456EDAF8}"/>
              </a:ext>
            </a:extLst>
          </p:cNvPr>
          <p:cNvCxnSpPr/>
          <p:nvPr userDrawn="1"/>
        </p:nvCxnSpPr>
        <p:spPr>
          <a:xfrm>
            <a:off x="838200" y="1492898"/>
            <a:ext cx="10515600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8525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rbeitsauftrrag PC und Bla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7427B2-6EBB-413E-B25F-8D8F98542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7502" y="365125"/>
            <a:ext cx="9646297" cy="1325563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AB0C498-1D25-45C1-8220-CCC244C9D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5849C5D-6D11-43E9-9840-34DC68104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5C39D-9D63-464D-94EF-FE26EC630ADB}" type="datetimeFigureOut">
              <a:rPr lang="de-DE" smtClean="0"/>
              <a:t>24.09.25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8115F8-D9AC-4ED0-B6A5-91D18A8B8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770C79-7834-4483-B020-5B94D10A2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5102-08F4-4686-90FE-6DC74EF403FC}" type="slidenum">
              <a:rPr lang="de-DE" smtClean="0"/>
              <a:t>‹Nr.›</a:t>
            </a:fld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B7890520-5BCC-41FF-9DD2-CB4842E94E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365125"/>
            <a:ext cx="688500" cy="61200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0FE2C60B-C66B-4888-B650-5CB0B1EFD03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450" y="1078688"/>
            <a:ext cx="612000" cy="612000"/>
          </a:xfrm>
          <a:prstGeom prst="rect">
            <a:avLst/>
          </a:prstGeom>
        </p:spPr>
      </p:pic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7877D553-9693-40A9-9335-73C7137459CC}"/>
              </a:ext>
            </a:extLst>
          </p:cNvPr>
          <p:cNvCxnSpPr>
            <a:cxnSpLocks/>
          </p:cNvCxnSpPr>
          <p:nvPr userDrawn="1"/>
        </p:nvCxnSpPr>
        <p:spPr>
          <a:xfrm>
            <a:off x="1707502" y="1492898"/>
            <a:ext cx="9646298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5937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rbeitsauftrag P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7427B2-6EBB-413E-B25F-8D8F98542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7502" y="365125"/>
            <a:ext cx="9646297" cy="1325563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AB0C498-1D25-45C1-8220-CCC244C9D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5849C5D-6D11-43E9-9840-34DC68104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5C39D-9D63-464D-94EF-FE26EC630ADB}" type="datetimeFigureOut">
              <a:rPr lang="de-DE" smtClean="0"/>
              <a:t>24.09.25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8115F8-D9AC-4ED0-B6A5-91D18A8B8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770C79-7834-4483-B020-5B94D10A2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5102-08F4-4686-90FE-6DC74EF403FC}" type="slidenum">
              <a:rPr lang="de-DE" smtClean="0"/>
              <a:t>‹Nr.›</a:t>
            </a:fld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B7890520-5BCC-41FF-9DD2-CB4842E94E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703906"/>
            <a:ext cx="729000" cy="648000"/>
          </a:xfrm>
          <a:prstGeom prst="rect">
            <a:avLst/>
          </a:prstGeom>
        </p:spPr>
      </p:pic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5D4E2211-2027-44F0-A637-D0583F257576}"/>
              </a:ext>
            </a:extLst>
          </p:cNvPr>
          <p:cNvCxnSpPr>
            <a:cxnSpLocks/>
          </p:cNvCxnSpPr>
          <p:nvPr userDrawn="1"/>
        </p:nvCxnSpPr>
        <p:spPr>
          <a:xfrm>
            <a:off x="1707502" y="1492898"/>
            <a:ext cx="9646298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3788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rbeitsauftrag_Les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7427B2-6EBB-413E-B25F-8D8F98542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7502" y="365125"/>
            <a:ext cx="9646297" cy="1325563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AB0C498-1D25-45C1-8220-CCC244C9D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5849C5D-6D11-43E9-9840-34DC68104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5C39D-9D63-464D-94EF-FE26EC630ADB}" type="datetimeFigureOut">
              <a:rPr lang="de-DE" smtClean="0"/>
              <a:t>24.09.25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8115F8-D9AC-4ED0-B6A5-91D18A8B8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770C79-7834-4483-B020-5B94D10A2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5102-08F4-4686-90FE-6DC74EF403FC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5D4E2211-2027-44F0-A637-D0583F257576}"/>
              </a:ext>
            </a:extLst>
          </p:cNvPr>
          <p:cNvCxnSpPr>
            <a:cxnSpLocks/>
          </p:cNvCxnSpPr>
          <p:nvPr userDrawn="1"/>
        </p:nvCxnSpPr>
        <p:spPr>
          <a:xfrm>
            <a:off x="1707502" y="1492898"/>
            <a:ext cx="9646298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9" name="Grafik 8" descr="Fernstudium Sprache mit einfarbiger Füllung">
            <a:extLst>
              <a:ext uri="{FF2B5EF4-FFF2-40B4-BE49-F238E27FC236}">
                <a16:creationId xmlns:a16="http://schemas.microsoft.com/office/drawing/2014/main" id="{2969A3B1-5E88-BE02-855C-B1D821E3AD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101" y="57070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811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Les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7427B2-6EBB-413E-B25F-8D8F98542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7502" y="365125"/>
            <a:ext cx="9646297" cy="1325563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AB0C498-1D25-45C1-8220-CCC244C9D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5849C5D-6D11-43E9-9840-34DC68104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5C39D-9D63-464D-94EF-FE26EC630ADB}" type="datetimeFigureOut">
              <a:rPr lang="de-DE" smtClean="0"/>
              <a:t>24.09.25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8115F8-D9AC-4ED0-B6A5-91D18A8B8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770C79-7834-4483-B020-5B94D10A2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5102-08F4-4686-90FE-6DC74EF403FC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5D4E2211-2027-44F0-A637-D0583F257576}"/>
              </a:ext>
            </a:extLst>
          </p:cNvPr>
          <p:cNvCxnSpPr>
            <a:cxnSpLocks/>
          </p:cNvCxnSpPr>
          <p:nvPr userDrawn="1"/>
        </p:nvCxnSpPr>
        <p:spPr>
          <a:xfrm>
            <a:off x="1707502" y="1492898"/>
            <a:ext cx="9646298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10" name="Grafik 9" descr="Geöffnetes Buch mit einfarbiger Füllung">
            <a:extLst>
              <a:ext uri="{FF2B5EF4-FFF2-40B4-BE49-F238E27FC236}">
                <a16:creationId xmlns:a16="http://schemas.microsoft.com/office/drawing/2014/main" id="{63AA23F0-634D-08DF-8712-927E519547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0498" y="57070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054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Experi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7427B2-6EBB-413E-B25F-8D8F98542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7502" y="365125"/>
            <a:ext cx="9646297" cy="1325563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AB0C498-1D25-45C1-8220-CCC244C9D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5849C5D-6D11-43E9-9840-34DC68104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5C39D-9D63-464D-94EF-FE26EC630ADB}" type="datetimeFigureOut">
              <a:rPr lang="de-DE" smtClean="0"/>
              <a:t>24.09.25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8115F8-D9AC-4ED0-B6A5-91D18A8B8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770C79-7834-4483-B020-5B94D10A2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5102-08F4-4686-90FE-6DC74EF403FC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5D4E2211-2027-44F0-A637-D0583F257576}"/>
              </a:ext>
            </a:extLst>
          </p:cNvPr>
          <p:cNvCxnSpPr>
            <a:cxnSpLocks/>
          </p:cNvCxnSpPr>
          <p:nvPr userDrawn="1"/>
        </p:nvCxnSpPr>
        <p:spPr>
          <a:xfrm>
            <a:off x="1707502" y="1492898"/>
            <a:ext cx="9646298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9" name="Grafik 8" descr="Newton-Pendel mit einfarbiger Füllung">
            <a:extLst>
              <a:ext uri="{FF2B5EF4-FFF2-40B4-BE49-F238E27FC236}">
                <a16:creationId xmlns:a16="http://schemas.microsoft.com/office/drawing/2014/main" id="{CBCF4609-FD6A-9747-75C7-07837AC919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2780" y="57849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834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Rob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7427B2-6EBB-413E-B25F-8D8F98542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7502" y="365125"/>
            <a:ext cx="9646297" cy="1325563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AB0C498-1D25-45C1-8220-CCC244C9D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5849C5D-6D11-43E9-9840-34DC68104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5C39D-9D63-464D-94EF-FE26EC630ADB}" type="datetimeFigureOut">
              <a:rPr lang="de-DE" smtClean="0"/>
              <a:t>24.09.25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8115F8-D9AC-4ED0-B6A5-91D18A8B8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770C79-7834-4483-B020-5B94D10A2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5102-08F4-4686-90FE-6DC74EF403FC}" type="slidenum">
              <a:rPr lang="de-DE" smtClean="0"/>
              <a:t>‹Nr.›</a:t>
            </a:fld>
            <a:endParaRPr lang="de-DE"/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5D4E2211-2027-44F0-A637-D0583F257576}"/>
              </a:ext>
            </a:extLst>
          </p:cNvPr>
          <p:cNvCxnSpPr>
            <a:cxnSpLocks/>
          </p:cNvCxnSpPr>
          <p:nvPr userDrawn="1"/>
        </p:nvCxnSpPr>
        <p:spPr>
          <a:xfrm>
            <a:off x="1707502" y="1492898"/>
            <a:ext cx="9646298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10" name="Grafik 9" descr="Roboter mit einfarbiger Füllung">
            <a:extLst>
              <a:ext uri="{FF2B5EF4-FFF2-40B4-BE49-F238E27FC236}">
                <a16:creationId xmlns:a16="http://schemas.microsoft.com/office/drawing/2014/main" id="{1CE9B8C6-CAB4-B49F-ACC5-C68C657E6B3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515" y="509746"/>
            <a:ext cx="983152" cy="983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713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ufschreib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7427B2-6EBB-413E-B25F-8D8F98542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7502" y="365125"/>
            <a:ext cx="9646297" cy="1325563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AB0C498-1D25-45C1-8220-CCC244C9D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5849C5D-6D11-43E9-9840-34DC68104E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131501" y="302781"/>
            <a:ext cx="2743200" cy="365125"/>
          </a:xfrm>
        </p:spPr>
        <p:txBody>
          <a:bodyPr/>
          <a:lstStyle>
            <a:lvl1pPr>
              <a:defRPr sz="1600"/>
            </a:lvl1pPr>
          </a:lstStyle>
          <a:p>
            <a:fld id="{C9B0920A-9E3E-4264-BF9C-7349567CD8CE}" type="datetime1">
              <a:rPr lang="de-DE" smtClean="0"/>
              <a:pPr/>
              <a:t>24.09.25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8115F8-D9AC-4ED0-B6A5-91D18A8B8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770C79-7834-4483-B020-5B94D10A2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5102-08F4-4686-90FE-6DC74EF403FC}" type="slidenum">
              <a:rPr lang="de-DE" smtClean="0"/>
              <a:t>‹Nr.›</a:t>
            </a:fld>
            <a:endParaRPr lang="de-DE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0FE2C60B-C66B-4888-B650-5CB0B1EFD0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667906"/>
            <a:ext cx="720000" cy="720000"/>
          </a:xfrm>
          <a:prstGeom prst="rect">
            <a:avLst/>
          </a:prstGeom>
        </p:spPr>
      </p:pic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70BDC60E-5960-4BAF-B35A-F77BB6CE1C87}"/>
              </a:ext>
            </a:extLst>
          </p:cNvPr>
          <p:cNvCxnSpPr>
            <a:cxnSpLocks/>
          </p:cNvCxnSpPr>
          <p:nvPr userDrawn="1"/>
        </p:nvCxnSpPr>
        <p:spPr>
          <a:xfrm>
            <a:off x="1707502" y="1492898"/>
            <a:ext cx="9646298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6480851"/>
      </p:ext>
    </p:extLst>
  </p:cSld>
  <p:clrMapOvr>
    <a:masterClrMapping/>
  </p:clrMapOvr>
  <p:hf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afel und Aufschreib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7427B2-6EBB-413E-B25F-8D8F98542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7502" y="365125"/>
            <a:ext cx="9646297" cy="1325563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AB0C498-1D25-45C1-8220-CCC244C9D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5849C5D-6D11-43E9-9840-34DC68104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5C39D-9D63-464D-94EF-FE26EC630ADB}" type="datetimeFigureOut">
              <a:rPr lang="de-DE" smtClean="0"/>
              <a:t>24.09.25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8115F8-D9AC-4ED0-B6A5-91D18A8B8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770C79-7834-4483-B020-5B94D10A2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5102-08F4-4686-90FE-6DC74EF403FC}" type="slidenum">
              <a:rPr lang="de-DE" smtClean="0"/>
              <a:t>‹Nr.›</a:t>
            </a:fld>
            <a:endParaRPr lang="de-DE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0FE2C60B-C66B-4888-B650-5CB0B1EFD0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700" y="1047262"/>
            <a:ext cx="612000" cy="612000"/>
          </a:xfrm>
          <a:prstGeom prst="rect">
            <a:avLst/>
          </a:prstGeom>
        </p:spPr>
      </p:pic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70BDC60E-5960-4BAF-B35A-F77BB6CE1C87}"/>
              </a:ext>
            </a:extLst>
          </p:cNvPr>
          <p:cNvCxnSpPr>
            <a:cxnSpLocks/>
          </p:cNvCxnSpPr>
          <p:nvPr userDrawn="1"/>
        </p:nvCxnSpPr>
        <p:spPr>
          <a:xfrm>
            <a:off x="1707502" y="1492898"/>
            <a:ext cx="9646298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7" name="Grafik 6">
            <a:extLst>
              <a:ext uri="{FF2B5EF4-FFF2-40B4-BE49-F238E27FC236}">
                <a16:creationId xmlns:a16="http://schemas.microsoft.com/office/drawing/2014/main" id="{45F1D564-87ED-B6CB-3448-E6354B5886E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61700" y="359482"/>
            <a:ext cx="765000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053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af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7427B2-6EBB-413E-B25F-8D8F98542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7502" y="365125"/>
            <a:ext cx="9646297" cy="1325563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AB0C498-1D25-45C1-8220-CCC244C9D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5849C5D-6D11-43E9-9840-34DC68104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5C39D-9D63-464D-94EF-FE26EC630ADB}" type="datetimeFigureOut">
              <a:rPr lang="de-DE" smtClean="0"/>
              <a:t>24.09.25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8115F8-D9AC-4ED0-B6A5-91D18A8B8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770C79-7834-4483-B020-5B94D10A2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5102-08F4-4686-90FE-6DC74EF403FC}" type="slidenum">
              <a:rPr lang="de-DE" smtClean="0"/>
              <a:t>‹Nr.›</a:t>
            </a:fld>
            <a:endParaRPr lang="de-DE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0FE2C60B-C66B-4888-B650-5CB0B1EFD0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38200" y="721906"/>
            <a:ext cx="765000" cy="612000"/>
          </a:xfrm>
          <a:prstGeom prst="rect">
            <a:avLst/>
          </a:prstGeom>
        </p:spPr>
      </p:pic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70BDC60E-5960-4BAF-B35A-F77BB6CE1C87}"/>
              </a:ext>
            </a:extLst>
          </p:cNvPr>
          <p:cNvCxnSpPr>
            <a:cxnSpLocks/>
          </p:cNvCxnSpPr>
          <p:nvPr userDrawn="1"/>
        </p:nvCxnSpPr>
        <p:spPr>
          <a:xfrm>
            <a:off x="1707502" y="1492898"/>
            <a:ext cx="9646298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7170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8552D6-0C60-4F55-BFC3-4CEF977D7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30AB1F4-211E-4EF0-9111-3721AD99A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F5C8BC3-B063-43C6-9973-0653C53E7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5C39D-9D63-464D-94EF-FE26EC630ADB}" type="datetimeFigureOut">
              <a:rPr lang="de-DE" smtClean="0"/>
              <a:t>24.09.25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12DC953-575E-465B-97CB-51B3E50A8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A770E78-258B-4633-84C6-C8349F1B7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5102-08F4-4686-90FE-6DC74EF403F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62538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EE74AB-8FD0-4F36-A86D-42B829F95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B7FE94-9505-4B1A-97E9-E2DAF6CD41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76F67A7-750F-488A-95E3-E0513B20BB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B7D0895-6950-4863-8275-96AF2D11A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5C39D-9D63-464D-94EF-FE26EC630ADB}" type="datetimeFigureOut">
              <a:rPr lang="de-DE" smtClean="0"/>
              <a:t>24.09.25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63B9FF0-1B0E-4CCC-BD76-682B62C08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4822E90-39CA-4E96-8946-3F5291FC5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5102-08F4-4686-90FE-6DC74EF403F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5098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5CD4F4-37E6-4CEA-9D4E-848F92C58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32FC207-7191-4FB6-B942-318EF85B1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2A5B85E-05D3-4A3E-93E3-5DCD1E2131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A1A958E-A4D4-4D9D-A6A2-719292C431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BEF43A8-837E-427F-A976-35AB450045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0074227-92A7-4527-8FCA-F708B079D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5C39D-9D63-464D-94EF-FE26EC630ADB}" type="datetimeFigureOut">
              <a:rPr lang="de-DE" smtClean="0"/>
              <a:t>24.09.25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FDA5D41-160F-452F-8331-C6A903DC9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636312-928D-4F05-8865-4050A3C98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5102-08F4-4686-90FE-6DC74EF403F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98602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702B25-8523-4DDC-8FBD-1C6D30F6C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DB160FC-9D7A-4C25-9AB7-9479D3C30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5C39D-9D63-464D-94EF-FE26EC630ADB}" type="datetimeFigureOut">
              <a:rPr lang="de-DE" smtClean="0"/>
              <a:t>24.09.25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81DE009-AA4A-47CD-AB8A-0149BE832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8FAE3C1-B69F-4E70-86FC-2C7C5F5DD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5102-08F4-4686-90FE-6DC74EF403F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13405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C020FE8-5C99-41F3-897C-614F212DF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5C39D-9D63-464D-94EF-FE26EC630ADB}" type="datetimeFigureOut">
              <a:rPr lang="de-DE" smtClean="0"/>
              <a:t>24.09.25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BFB675B-F5F2-4832-946E-3642F34C5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CE225B3-1001-498D-9BD1-32151403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5102-08F4-4686-90FE-6DC74EF403F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78947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1E8FD0-763D-4FB9-8390-48F913FB0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1CCB563-40E8-41F1-85AF-B9F2872A0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64ACB9B-2834-4039-9D74-B9D36953C1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107548A-A3E9-4722-A70D-D9ED20976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5C39D-9D63-464D-94EF-FE26EC630ADB}" type="datetimeFigureOut">
              <a:rPr lang="de-DE" smtClean="0"/>
              <a:t>24.09.25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E315143-A2EB-4E38-8DBF-8CF5605CB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6225C3C-F7A5-404D-8FD8-76E74014D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5102-08F4-4686-90FE-6DC74EF403F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25944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539176-5CC9-49CA-B8F9-DA4303854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BAA1098-28BE-4342-9847-4B94E7AF2A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67A19AB-178D-43F6-8C52-565103137A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58107A9-5110-48D4-B025-28080BB16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5C39D-9D63-464D-94EF-FE26EC630ADB}" type="datetimeFigureOut">
              <a:rPr lang="de-DE" smtClean="0"/>
              <a:t>24.09.25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0CD7545-8701-4DFB-AB53-2EFBCC2F9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CD2E490-87BC-4B86-ABD3-B6FC135FF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5102-08F4-4686-90FE-6DC74EF403F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79663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82AC86-7283-478A-A760-DA7054DF2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55E07FF-796E-4481-8E0D-124A2B5F02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B3622E1-E9B8-4768-96C4-DCACFD08A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5C39D-9D63-464D-94EF-FE26EC630ADB}" type="datetimeFigureOut">
              <a:rPr lang="de-DE" smtClean="0"/>
              <a:t>24.09.25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3085824-38B8-408F-A3E0-627089329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AA45A3A-416A-4817-8986-89F306F48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5102-08F4-4686-90FE-6DC74EF403F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56573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07AD74B-FBEB-4584-82A3-88B7B658C0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9219558-E321-4BEC-BB88-A36B4EFCDC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2F6941-BCA6-4D12-9122-16D5E4124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5C39D-9D63-464D-94EF-FE26EC630ADB}" type="datetimeFigureOut">
              <a:rPr lang="de-DE" smtClean="0"/>
              <a:t>24.09.25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E09277D-77E6-4637-BF16-11624A023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E28E54-C487-4F71-8866-183537C73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5102-08F4-4686-90FE-6DC74EF403F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4688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D3B81E0-95E4-4BA2-BABA-0DBA2478F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FC71589-683F-4177-9C18-374188892B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010F21-8F7B-4103-9156-646DB1251A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05C39D-9D63-464D-94EF-FE26EC630ADB}" type="datetimeFigureOut">
              <a:rPr lang="de-DE" smtClean="0"/>
              <a:t>24.09.25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4F76B38-D3C1-46DB-AB1C-920A66DEA3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9BCDC7-594C-4A46-A9BB-5AB543F132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A75102-08F4-4686-90FE-6DC74EF403FC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7823230-77BA-4906-804D-C8044D39C378}"/>
              </a:ext>
            </a:extLst>
          </p:cNvPr>
          <p:cNvSpPr/>
          <p:nvPr userDrawn="1"/>
        </p:nvSpPr>
        <p:spPr>
          <a:xfrm>
            <a:off x="9744000" y="6822000"/>
            <a:ext cx="2448000" cy="3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C8C7CC7-2141-4960-9F4D-5E1723F567CF}"/>
              </a:ext>
            </a:extLst>
          </p:cNvPr>
          <p:cNvSpPr/>
          <p:nvPr userDrawn="1"/>
        </p:nvSpPr>
        <p:spPr>
          <a:xfrm>
            <a:off x="4872000" y="6822000"/>
            <a:ext cx="2448000" cy="3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BC0BB104-7B4F-49F9-B1B5-12B4512D2959}"/>
              </a:ext>
            </a:extLst>
          </p:cNvPr>
          <p:cNvSpPr/>
          <p:nvPr userDrawn="1"/>
        </p:nvSpPr>
        <p:spPr>
          <a:xfrm>
            <a:off x="0" y="6822000"/>
            <a:ext cx="2448000" cy="3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6C215E74-B1C0-4612-BDE1-70EDDEE2D769}"/>
              </a:ext>
            </a:extLst>
          </p:cNvPr>
          <p:cNvSpPr/>
          <p:nvPr userDrawn="1"/>
        </p:nvSpPr>
        <p:spPr>
          <a:xfrm>
            <a:off x="7320000" y="6824644"/>
            <a:ext cx="2448000" cy="36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AE67D156-65DD-4112-BD34-7EB940A48C26}"/>
              </a:ext>
            </a:extLst>
          </p:cNvPr>
          <p:cNvSpPr/>
          <p:nvPr userDrawn="1"/>
        </p:nvSpPr>
        <p:spPr>
          <a:xfrm>
            <a:off x="2424000" y="6819356"/>
            <a:ext cx="2448000" cy="3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2313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96" r:id="rId3"/>
    <p:sldLayoutId id="2147483697" r:id="rId4"/>
    <p:sldLayoutId id="2147483701" r:id="rId5"/>
    <p:sldLayoutId id="2147483702" r:id="rId6"/>
    <p:sldLayoutId id="2147483703" r:id="rId7"/>
    <p:sldLayoutId id="2147483704" r:id="rId8"/>
    <p:sldLayoutId id="2147483698" r:id="rId9"/>
    <p:sldLayoutId id="2147483700" r:id="rId10"/>
    <p:sldLayoutId id="2147483699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  <p:sldLayoutId id="2147483695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4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https://www.u-helmich.de/che/EF/atom/bilder2018/Be-Atom-1.jpg" TargetMode="External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el 4"/>
          <p:cNvSpPr>
            <a:spLocks noGrp="1"/>
          </p:cNvSpPr>
          <p:nvPr>
            <p:ph type="ctrTitle"/>
          </p:nvPr>
        </p:nvSpPr>
        <p:spPr>
          <a:solidFill>
            <a:srgbClr val="E1E1E1"/>
          </a:solidFill>
        </p:spPr>
        <p:txBody>
          <a:bodyPr/>
          <a:lstStyle/>
          <a:p>
            <a:pPr algn="ctr" eaLnBrk="1" hangingPunct="1"/>
            <a:r>
              <a:rPr lang="de-DE" altLang="de-DE" dirty="0"/>
              <a:t>Physik 8</a:t>
            </a:r>
          </a:p>
        </p:txBody>
      </p:sp>
      <p:sp>
        <p:nvSpPr>
          <p:cNvPr id="6" name="Untertitel 5"/>
          <p:cNvSpPr>
            <a:spLocks noGrp="1"/>
          </p:cNvSpPr>
          <p:nvPr>
            <p:ph type="subTitle" idx="1"/>
          </p:nvPr>
        </p:nvSpPr>
        <p:spPr>
          <a:xfrm>
            <a:off x="2895600" y="3886201"/>
            <a:ext cx="6400800" cy="1990725"/>
          </a:xfrm>
        </p:spPr>
        <p:txBody>
          <a:bodyPr rtlCol="0">
            <a:normAutofit/>
          </a:bodyPr>
          <a:lstStyle/>
          <a:p>
            <a:pPr>
              <a:spcBef>
                <a:spcPts val="3000"/>
              </a:spcBef>
              <a:defRPr/>
            </a:pPr>
            <a:r>
              <a:rPr lang="de-DE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Herr Häberl</a:t>
            </a:r>
          </a:p>
          <a:p>
            <a:pPr>
              <a:spcBef>
                <a:spcPts val="3000"/>
              </a:spcBef>
              <a:defRPr/>
            </a:pPr>
            <a:endParaRPr lang="de-DE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189315-5E72-D3BA-D6CF-1CFF1773A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Versuch: Magische Luftballons</a:t>
            </a:r>
          </a:p>
        </p:txBody>
      </p:sp>
      <p:pic>
        <p:nvPicPr>
          <p:cNvPr id="1026" name="Picture 2" descr="Luftballon Ballon Orange Latex Party Partydeko Geburtstag Dekoration 8 Stück">
            <a:extLst>
              <a:ext uri="{FF2B5EF4-FFF2-40B4-BE49-F238E27FC236}">
                <a16:creationId xmlns:a16="http://schemas.microsoft.com/office/drawing/2014/main" id="{EB5C9023-718B-32A7-B5A6-12B7D0E5FB8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7" y="1825625"/>
            <a:ext cx="3336025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6519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A79A50-1B7F-CCFE-FD0F-26ADE6C25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Luftballon &amp; Haare</a:t>
            </a:r>
          </a:p>
        </p:txBody>
      </p:sp>
      <p:pic>
        <p:nvPicPr>
          <p:cNvPr id="2050" name="Picture 2" descr="12.500+ Fotos, Bilder und lizenzfreie Bilder zu Haare Luftballon - iStock |  Haare geladen">
            <a:extLst>
              <a:ext uri="{FF2B5EF4-FFF2-40B4-BE49-F238E27FC236}">
                <a16:creationId xmlns:a16="http://schemas.microsoft.com/office/drawing/2014/main" id="{53D0ABBA-A03D-C914-2777-15750D18F0F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6731" y="1690688"/>
            <a:ext cx="7466998" cy="4960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6948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63A848-E2BA-F187-E813-DBA2CA3AC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Weitere </a:t>
            </a:r>
            <a:r>
              <a:rPr lang="de-DE" dirty="0" err="1"/>
              <a:t>Phänome</a:t>
            </a:r>
            <a:r>
              <a:rPr lang="de-DE" dirty="0"/>
              <a:t>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9C942E0-66C5-7643-C38E-5434019D2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3821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4412C4-360F-02E7-3095-72B40EDCC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Die Suche nach einer Erklärung:</a:t>
            </a:r>
          </a:p>
        </p:txBody>
      </p:sp>
      <p:pic>
        <p:nvPicPr>
          <p:cNvPr id="3076" name="Picture 4" descr="Naturmassivmöbel - Holzklotz 17x17cm von Naturmassivmöbel Holzblock Eiche  Massivholz | Avocadostore">
            <a:extLst>
              <a:ext uri="{FF2B5EF4-FFF2-40B4-BE49-F238E27FC236}">
                <a16:creationId xmlns:a16="http://schemas.microsoft.com/office/drawing/2014/main" id="{69849553-75CB-7C9D-E70F-AFF1D156EC8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0331" y="1825625"/>
            <a:ext cx="435133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9522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Naturmassivmöbel - Holzklotz 17x17cm von Naturmassivmöbel Holzblock Eiche  Massivholz | Avocadostore">
            <a:extLst>
              <a:ext uri="{FF2B5EF4-FFF2-40B4-BE49-F238E27FC236}">
                <a16:creationId xmlns:a16="http://schemas.microsoft.com/office/drawing/2014/main" id="{62875ECE-104D-91BC-99A8-9CB54A8B336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690688"/>
            <a:ext cx="2543175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Naturmassivmöbel - Holzklotz 17x17cm von Naturmassivmöbel Holzblock Eiche  Massivholz | Avocadostore">
            <a:extLst>
              <a:ext uri="{FF2B5EF4-FFF2-40B4-BE49-F238E27FC236}">
                <a16:creationId xmlns:a16="http://schemas.microsoft.com/office/drawing/2014/main" id="{8D25E58C-71C8-000F-260A-6D4EDFF46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1690689"/>
            <a:ext cx="2543174" cy="2543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Naturmassivmöbel - Holzklotz 17x17cm von Naturmassivmöbel Holzblock Eiche  Massivholz | Avocadostore">
            <a:extLst>
              <a:ext uri="{FF2B5EF4-FFF2-40B4-BE49-F238E27FC236}">
                <a16:creationId xmlns:a16="http://schemas.microsoft.com/office/drawing/2014/main" id="{739065C5-9727-5C0A-E492-517A40C6B0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545013" y="5394326"/>
            <a:ext cx="1463674" cy="1463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Naturmassivmöbel - Holzklotz 17x17cm von Naturmassivmöbel Holzblock Eiche  Massivholz | Avocadostore">
            <a:extLst>
              <a:ext uri="{FF2B5EF4-FFF2-40B4-BE49-F238E27FC236}">
                <a16:creationId xmlns:a16="http://schemas.microsoft.com/office/drawing/2014/main" id="{3E028C38-7CD9-3133-2517-E712A4E14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3587" y="5394326"/>
            <a:ext cx="1463674" cy="1463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Naturmassivmöbel - Holzklotz 17x17cm von Naturmassivmöbel Holzblock Eiche  Massivholz | Avocadostore">
            <a:extLst>
              <a:ext uri="{FF2B5EF4-FFF2-40B4-BE49-F238E27FC236}">
                <a16:creationId xmlns:a16="http://schemas.microsoft.com/office/drawing/2014/main" id="{A58C4176-A92B-C5F8-3825-DD5F501BC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2161" y="5394326"/>
            <a:ext cx="1463674" cy="1463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Naturmassivmöbel - Holzklotz 17x17cm von Naturmassivmöbel Holzblock Eiche  Massivholz | Avocadostore">
            <a:extLst>
              <a:ext uri="{FF2B5EF4-FFF2-40B4-BE49-F238E27FC236}">
                <a16:creationId xmlns:a16="http://schemas.microsoft.com/office/drawing/2014/main" id="{D792F24D-4604-0DFB-95A2-B16A8A922B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5835" y="5394326"/>
            <a:ext cx="1463675" cy="1463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Naturmassivmöbel - Holzklotz 17x17cm von Naturmassivmöbel Holzblock Eiche  Massivholz | Avocadostore">
            <a:extLst>
              <a:ext uri="{FF2B5EF4-FFF2-40B4-BE49-F238E27FC236}">
                <a16:creationId xmlns:a16="http://schemas.microsoft.com/office/drawing/2014/main" id="{4359A747-F158-7693-FB0B-09530E6F66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4" y="1800225"/>
            <a:ext cx="435133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9EAD9C23-25B1-C233-89CA-38B05A01FB17}"/>
              </a:ext>
            </a:extLst>
          </p:cNvPr>
          <p:cNvCxnSpPr/>
          <p:nvPr/>
        </p:nvCxnSpPr>
        <p:spPr>
          <a:xfrm>
            <a:off x="3492500" y="2895600"/>
            <a:ext cx="139700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B582383A-5997-F641-A3C8-A594AC4D0421}"/>
              </a:ext>
            </a:extLst>
          </p:cNvPr>
          <p:cNvCxnSpPr/>
          <p:nvPr/>
        </p:nvCxnSpPr>
        <p:spPr>
          <a:xfrm>
            <a:off x="7307261" y="4233863"/>
            <a:ext cx="0" cy="116046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3911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98F6FA-DADD-854E-8114-78CBE39C1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Kann man Objekte unendlich lange zerteilen?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9D41A47-D2F1-03BA-C21E-DB54AB844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48816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CA633-026E-D00C-80FA-BE1E152FB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F52737-D1AD-0C64-1568-F5C7703C2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Kann man Objekte unendlich lange zerteilen?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1582153-C1FB-955D-D77A-3911F6EF40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sz="5400" dirty="0"/>
              <a:t>NEIN!</a:t>
            </a:r>
          </a:p>
        </p:txBody>
      </p:sp>
    </p:spTree>
    <p:extLst>
      <p:ext uri="{BB962C8B-B14F-4D97-AF65-F5344CB8AC3E}">
        <p14:creationId xmlns:p14="http://schemas.microsoft.com/office/powerpoint/2010/main" val="240644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BC1269-0A02-8F43-6696-4F7FE7439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Kleinste Bausteine der Welt: Atome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C8EE104-32E9-070F-D4E0-BE74D95C8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1498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pic>
        <p:nvPicPr>
          <p:cNvPr id="6145" name="Grafik 1" descr="Kern-Hülle-Modell">
            <a:extLst>
              <a:ext uri="{FF2B5EF4-FFF2-40B4-BE49-F238E27FC236}">
                <a16:creationId xmlns:a16="http://schemas.microsoft.com/office/drawing/2014/main" id="{B5E81188-3551-615A-35AE-6E90A44810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56" t="4253" b="7533"/>
          <a:stretch>
            <a:fillRect/>
          </a:stretch>
        </p:blipFill>
        <p:spPr bwMode="auto">
          <a:xfrm>
            <a:off x="3378199" y="1946275"/>
            <a:ext cx="6361069" cy="454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2148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Blaugrü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43</Words>
  <Application>Microsoft Macintosh PowerPoint</Application>
  <PresentationFormat>Breitbild</PresentationFormat>
  <Paragraphs>11</Paragraphs>
  <Slides>9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</vt:lpstr>
      <vt:lpstr>Physik 8</vt:lpstr>
      <vt:lpstr>Versuch: Magische Luftballons</vt:lpstr>
      <vt:lpstr>Luftballon &amp; Haare</vt:lpstr>
      <vt:lpstr>Weitere Phänome?</vt:lpstr>
      <vt:lpstr>Die Suche nach einer Erklärung:</vt:lpstr>
      <vt:lpstr>PowerPoint-Präsentation</vt:lpstr>
      <vt:lpstr>Kann man Objekte unendlich lange zerteilen?</vt:lpstr>
      <vt:lpstr>Kann man Objekte unendlich lange zerteilen?</vt:lpstr>
      <vt:lpstr>Kleinste Bausteine der Welt: Atome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Anja Eckstein</dc:creator>
  <cp:lastModifiedBy>Häberl Lucas</cp:lastModifiedBy>
  <cp:revision>242</cp:revision>
  <dcterms:created xsi:type="dcterms:W3CDTF">2019-02-20T11:15:47Z</dcterms:created>
  <dcterms:modified xsi:type="dcterms:W3CDTF">2025-09-24T07:28:16Z</dcterms:modified>
</cp:coreProperties>
</file>
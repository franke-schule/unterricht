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561" r:id="rId4"/>
    <p:sldId id="573" r:id="rId5"/>
    <p:sldId id="48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46D03-605F-AB4F-977D-848D694B2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A53A0D-EC90-A6E9-E614-C68BD9104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FA9980-D008-0C2F-8FCA-74FFBADB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997BC0-8B46-7C3D-0E78-0C886E34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546A82-9083-859D-AD42-CA9C570A6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5949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D1F88D-4465-E292-BEF1-ACC518A9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1DDC1-D6C9-8145-9EF1-E21296B5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03D5C2-5F99-2E71-F6DA-636F52282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919DF3-BEDE-C18F-7A29-4CFC29C5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956260-361F-2942-1DAB-6408036D2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944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65A690-78C2-92D7-E522-51BB5E4CF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8858E6-3E06-1063-5494-EF9B059B6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C51A06-447C-8A5D-D5C5-E42ACA965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B00504-522B-31F6-54D9-4174390E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B7F264-A9EA-D95F-3283-A6C0B08D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458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451F08-23EC-73EE-162D-CBD673DC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249189-0226-540E-1D03-F9235EC6D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C51DE2C-FD50-C7DE-A137-2D6F96C29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B737EF-1A97-9862-A337-39290ADB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2E7A33-3171-2061-57D1-03C2975C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6FA5A3-988C-F48D-91D5-3732856DB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5650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B2CBD3-60B1-E0B1-6688-819CDD8B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A13AFF-89D4-FE08-E3C8-5F260A11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142219-0785-ACCB-FE2E-1E70A27F6A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976367B-52B0-AD9B-D41A-2D236007C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749D75F-3653-2534-0F9B-CA6398B85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63F9ED6-D9D9-54DA-2D5F-A0DD738B9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578B5F6-0C04-C418-4C62-212ACF61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5E91B04-6BF2-1632-D25F-55EF09CB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966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0EF854-535F-1F19-F6AA-73FD9A72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9A7ACF1-6164-FB41-BE2A-CEB4E026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6413C6-56F7-1BD3-4633-A0D352FD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93711F-873C-FE3E-83F2-037C56D9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448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B898BD1-ECAB-4C7F-217D-4E4B95E7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1A70C3A-80EC-340B-9C21-AE0A553B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C27B30-9EE3-EEBE-8B00-906C8D9A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65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649B2F-6991-57DC-7BBC-1D4C4C06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8D783C-1484-E4D8-6492-0AC8E2343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7C4074-EF89-EE39-696D-1EF41F6C3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739208-4CB3-53E6-6400-04E6CDC5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69EFBA-7043-B7C7-0EBC-3ABC251A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8474C37-75BB-184D-79D0-C38D3DB1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655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14F084-BA8E-1A31-7B47-E537D4CC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37B4794-D68D-994D-7449-A04190594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857FA4-0501-CC41-ED38-6A4F6CB32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891C66-933C-9683-4707-0D8F8D4BF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953DC5-7FAC-C736-AEDC-78315F84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BB6825-D63E-6D5A-F403-07142522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817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49872A-790A-A60A-D256-06C8B867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B612631-5F30-99B0-418C-6E3E22856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AF70A4-523B-5346-D390-5A2858C1D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28C290-961E-E9DB-60EA-28A5CD89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245E8F-A3FF-8441-8834-F2153A75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61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A161943-F022-B373-7D92-1E288D73A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6FADE8-8BED-F804-24B2-37B141CEC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61DD09-FC57-73B6-95EE-47395D889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F01FA9-7058-2ACE-5BFE-3C96BD3EF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36A4DB-6551-0943-6180-FA0F946F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1135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9D955-DF9D-41CC-8346-A66ABF961EC2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7598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13D6CF-C951-4233-8C05-FC2B7D27C8E5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623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596D5AE-7254-4A0E-BF27-8ACCF86131F7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5177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92D9C1-8307-48E2-95E3-5C299A4B6B87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102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A21E99-019C-4610-8E89-15627F058E74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100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DCD810-417C-4FC0-911C-8A532555A5F3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0169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F58B3-F613-4188-ABD5-75C2EFD60343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0313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CF907C-0B38-4B04-B99A-47828357F1EA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6201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CB12EC-29C9-4953-96D2-AC1247C0411B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16757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2B2177-6598-49A4-A093-FCDB8A1488ED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32199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F8BC58-F9EE-4EF4-8BA7-73D1623D7F6A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823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03E65-07C6-4A39-AD80-7CFA855D9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03445"/>
            <a:ext cx="10515600" cy="1352517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A01800-2394-406B-8004-8F47938C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52517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DFCF04-767A-4CB5-A254-FE84EE11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EC39DD-948A-4500-A117-5E8F2CCF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5894B8-40E8-4A8B-8B70-CB60259E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86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656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7890520-5BCC-41FF-9DD2-CB4842E94EA4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365125"/>
            <a:ext cx="688500" cy="61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FE2C60B-C66B-4888-B650-5CB0B1EFD03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6450" y="1078688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13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7890520-5BCC-41FF-9DD2-CB4842E94EA4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721906"/>
            <a:ext cx="6885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00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FE2C60B-C66B-4888-B650-5CB0B1EFD03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721906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265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552D6-0C60-4F55-BFC3-4CEF977D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0AB1F4-211E-4EF0-9111-3721AD99A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5C8BC3-B063-43C6-9973-0653C53E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2DC953-575E-465B-97CB-51B3E50A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770E78-258B-4633-84C6-C8349F1B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819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E74AB-8FD0-4F36-A86D-42B829F9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B7FE94-9505-4B1A-97E9-E2DAF6CD4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6F67A7-750F-488A-95E3-E0513B20B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7D0895-6950-4863-8275-96AF2D11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3B9FF0-1B0E-4CCC-BD76-682B62C0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822E90-39CA-4E96-8946-3F5291FC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9294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CD4F4-37E6-4CEA-9D4E-848F92C5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2FC207-7191-4FB6-B942-318EF85B1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A5B85E-05D3-4A3E-93E3-5DCD1E213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A1A958E-A4D4-4D9D-A6A2-719292C43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EF43A8-837E-427F-A976-35AB45004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0074227-92A7-4527-8FCA-F708B079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FDA5D41-160F-452F-8331-C6A903DC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636312-928D-4F05-8865-4050A3C9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9107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02B25-8523-4DDC-8FBD-1C6D30F6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B160FC-9D7A-4C25-9AB7-9479D3C30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1DE009-AA4A-47CD-AB8A-0149BE83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FAE3C1-B69F-4E70-86FC-2C7C5F5D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32932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020FE8-5C99-41F3-897C-614F212D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FB675B-F5F2-4832-946E-3642F34C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E225B3-1001-498D-9BD1-32151403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2620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1E8FD0-763D-4FB9-8390-48F913FB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CCB563-40E8-41F1-85AF-B9F2872A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4ACB9B-2834-4039-9D74-B9D36953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07548A-A3E9-4722-A70D-D9ED2097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315143-A2EB-4E38-8DBF-8CF5605C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225C3C-F7A5-404D-8FD8-76E74014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3370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39176-5CC9-49CA-B8F9-DA430385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BAA1098-28BE-4342-9847-4B94E7AF2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7A19AB-178D-43F6-8C52-565103137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8107A9-5110-48D4-B025-28080BB1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CD7545-8701-4DFB-AB53-2EFBCC2F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D2E490-87BC-4B86-ABD3-B6FC135F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6871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2AC86-7283-478A-A760-DA7054DF2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5E07FF-796E-4481-8E0D-124A2B5F0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3622E1-E9B8-4768-96C4-DCACFD08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085824-38B8-408F-A3E0-62708932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A45A3A-416A-4817-8986-89F306F4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78977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07AD74B-FBEB-4584-82A3-88B7B658C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219558-E321-4BEC-BB88-A36B4EFCD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2F6941-BCA6-4D12-9122-16D5E412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09277D-77E6-4637-BF16-11624A02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E28E54-C487-4F71-8866-183537C7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81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B954D3C-70D0-F976-CBB7-9518D597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6494C5-82A1-9B3B-C72E-6C74DC405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AB455B-B586-AE9C-5628-43F8A39CE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A5068-6F13-4BC8-AC03-4AF205E4D32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A03DFC-5396-C86E-54E2-92C603348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C2A2BD-43C8-3B47-3649-232035D9F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E3670-E4B1-4FFF-B019-7059CA6A9E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75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F637A9-2672-485D-BB5A-0633926A8C3A}" type="slidenum">
              <a:rPr kumimoji="0" lang="de-DE" altLang="de-DE" sz="18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altLang="de-DE" sz="186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46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3B81E0-95E4-4BA2-BABA-0DBA2478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C71589-683F-4177-9C18-37418889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010F21-8F7B-4103-9156-646DB1251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5C39D-9D63-464D-94EF-FE26EC630ADB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F76B38-D3C1-46DB-AB1C-920A66DEA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9BCDC7-594C-4A46-A9BB-5AB543F13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7823230-77BA-4906-804D-C8044D39C378}"/>
              </a:ext>
            </a:extLst>
          </p:cNvPr>
          <p:cNvSpPr/>
          <p:nvPr userDrawn="1"/>
        </p:nvSpPr>
        <p:spPr>
          <a:xfrm>
            <a:off x="9744000" y="6822000"/>
            <a:ext cx="244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C8C7CC7-2141-4960-9F4D-5E1723F567CF}"/>
              </a:ext>
            </a:extLst>
          </p:cNvPr>
          <p:cNvSpPr/>
          <p:nvPr userDrawn="1"/>
        </p:nvSpPr>
        <p:spPr>
          <a:xfrm>
            <a:off x="4872000" y="6822000"/>
            <a:ext cx="2448000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C0BB104-7B4F-49F9-B1B5-12B4512D2959}"/>
              </a:ext>
            </a:extLst>
          </p:cNvPr>
          <p:cNvSpPr/>
          <p:nvPr userDrawn="1"/>
        </p:nvSpPr>
        <p:spPr>
          <a:xfrm>
            <a:off x="0" y="6822000"/>
            <a:ext cx="2448000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C215E74-B1C0-4612-BDE1-70EDDEE2D769}"/>
              </a:ext>
            </a:extLst>
          </p:cNvPr>
          <p:cNvSpPr/>
          <p:nvPr userDrawn="1"/>
        </p:nvSpPr>
        <p:spPr>
          <a:xfrm>
            <a:off x="7320000" y="6824644"/>
            <a:ext cx="2448000" cy="3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E67D156-65DD-4112-BD34-7EB940A48C26}"/>
              </a:ext>
            </a:extLst>
          </p:cNvPr>
          <p:cNvSpPr/>
          <p:nvPr userDrawn="1"/>
        </p:nvSpPr>
        <p:spPr>
          <a:xfrm>
            <a:off x="2424000" y="6819356"/>
            <a:ext cx="2448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95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AF5BD-7DA3-FA38-95B2-CBD7A7562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3799468-EFB9-067C-B6AA-D508D354A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C0F61BD-EAAD-BA55-8C8D-CB17986E495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Tabellenschema einer Datenbank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53C8B1F7-9175-2BFD-D936-F7B0C7837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EA1A911-3B62-93BF-FEDD-5649F0DF00BD}"/>
              </a:ext>
            </a:extLst>
          </p:cNvPr>
          <p:cNvGrpSpPr/>
          <p:nvPr/>
        </p:nvGrpSpPr>
        <p:grpSpPr>
          <a:xfrm>
            <a:off x="110067" y="1691558"/>
            <a:ext cx="3459043" cy="3002169"/>
            <a:chOff x="835742" y="2212258"/>
            <a:chExt cx="5417574" cy="1842762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E23CCF2-2E7A-94F4-95F6-CF399C1BC0EB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6EB0656F-214F-5E36-DE73-E04A66F05756}"/>
                </a:ext>
              </a:extLst>
            </p:cNvPr>
            <p:cNvSpPr/>
            <p:nvPr/>
          </p:nvSpPr>
          <p:spPr>
            <a:xfrm>
              <a:off x="835742" y="2671521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EFE404B0-EE25-5D1A-804D-DD91A5C4E89A}"/>
              </a:ext>
            </a:extLst>
          </p:cNvPr>
          <p:cNvSpPr txBox="1"/>
          <p:nvPr/>
        </p:nvSpPr>
        <p:spPr>
          <a:xfrm>
            <a:off x="165935" y="1729657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Schüler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26ED16D-A3AA-E04A-6674-02ABE36DE817}"/>
              </a:ext>
            </a:extLst>
          </p:cNvPr>
          <p:cNvSpPr txBox="1"/>
          <p:nvPr/>
        </p:nvSpPr>
        <p:spPr>
          <a:xfrm>
            <a:off x="165935" y="2383306"/>
            <a:ext cx="295465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vorname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nachname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80AD4B9E-EA51-27FA-0E8B-E1EF12F06749}"/>
              </a:ext>
            </a:extLst>
          </p:cNvPr>
          <p:cNvSpPr/>
          <p:nvPr/>
        </p:nvSpPr>
        <p:spPr>
          <a:xfrm>
            <a:off x="3750685" y="1729657"/>
            <a:ext cx="3106994" cy="27231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Umwandlung Klassenkarte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Tabellenschema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1D2C3D-C7D5-BC3C-184A-7F5960C81B69}"/>
              </a:ext>
            </a:extLst>
          </p:cNvPr>
          <p:cNvSpPr txBox="1"/>
          <p:nvPr/>
        </p:nvSpPr>
        <p:spPr>
          <a:xfrm>
            <a:off x="6857679" y="2437543"/>
            <a:ext cx="53343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Schüler(	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vorname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varchar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(255)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		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nachname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varchar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(255)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		Geburtsdatum: 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		Jahrgangsstufe: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E57A632-0E8C-8937-0742-6EC9C6568DB0}"/>
              </a:ext>
            </a:extLst>
          </p:cNvPr>
          <p:cNvSpPr txBox="1"/>
          <p:nvPr/>
        </p:nvSpPr>
        <p:spPr>
          <a:xfrm>
            <a:off x="142005" y="1008925"/>
            <a:ext cx="3608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Objektorientiertes Modell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B0E744F-0531-FC06-A4AD-EC18CF5F81B1}"/>
              </a:ext>
            </a:extLst>
          </p:cNvPr>
          <p:cNvSpPr txBox="1"/>
          <p:nvPr/>
        </p:nvSpPr>
        <p:spPr>
          <a:xfrm>
            <a:off x="8625295" y="1024170"/>
            <a:ext cx="2789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Tabellenschema/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Relationales Modell</a:t>
            </a:r>
          </a:p>
        </p:txBody>
      </p:sp>
    </p:spTree>
    <p:extLst>
      <p:ext uri="{BB962C8B-B14F-4D97-AF65-F5344CB8AC3E}">
        <p14:creationId xmlns:p14="http://schemas.microsoft.com/office/powerpoint/2010/main" val="151782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B0AC-C9C6-834F-A05C-6F83888A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2CDC0FC3-446F-C81B-DCCD-4D02FAEB2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2F67ECFD-81F6-55A7-59B6-778E8DED7C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Tabellenschema einer Datenbank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A68FA60B-E150-89A3-5067-39B872D3B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Arial" charset="0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39C4560-EABC-017D-08A8-6354FBF1F885}"/>
              </a:ext>
            </a:extLst>
          </p:cNvPr>
          <p:cNvGrpSpPr/>
          <p:nvPr/>
        </p:nvGrpSpPr>
        <p:grpSpPr>
          <a:xfrm>
            <a:off x="110067" y="1691558"/>
            <a:ext cx="3459043" cy="3002169"/>
            <a:chOff x="835742" y="2212258"/>
            <a:chExt cx="5417574" cy="1842762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44BEE41A-2661-6C3D-E58C-D2A067896B6D}"/>
                </a:ext>
              </a:extLst>
            </p:cNvPr>
            <p:cNvSpPr/>
            <p:nvPr/>
          </p:nvSpPr>
          <p:spPr>
            <a:xfrm>
              <a:off x="835742" y="2212258"/>
              <a:ext cx="5417574" cy="707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9A1DB1CC-768F-5E89-AB41-D26F797D3E71}"/>
                </a:ext>
              </a:extLst>
            </p:cNvPr>
            <p:cNvSpPr/>
            <p:nvPr/>
          </p:nvSpPr>
          <p:spPr>
            <a:xfrm>
              <a:off x="835742" y="2671521"/>
              <a:ext cx="5417574" cy="138349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endParaRP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CA4B7B78-2BA6-BEB0-AB71-0EAF231B2E1F}"/>
              </a:ext>
            </a:extLst>
          </p:cNvPr>
          <p:cNvSpPr txBox="1"/>
          <p:nvPr/>
        </p:nvSpPr>
        <p:spPr>
          <a:xfrm>
            <a:off x="165935" y="1729657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Schüler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AD336EC-313F-C983-4BE0-449B9A13A67D}"/>
              </a:ext>
            </a:extLst>
          </p:cNvPr>
          <p:cNvSpPr txBox="1"/>
          <p:nvPr/>
        </p:nvSpPr>
        <p:spPr>
          <a:xfrm>
            <a:off x="165935" y="2383306"/>
            <a:ext cx="295465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vorname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nachname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00CC99">
                    <a:lumMod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C3408EB0-051E-79A5-E1CF-40C726170E3A}"/>
              </a:ext>
            </a:extLst>
          </p:cNvPr>
          <p:cNvSpPr/>
          <p:nvPr/>
        </p:nvSpPr>
        <p:spPr>
          <a:xfrm>
            <a:off x="3750685" y="1729657"/>
            <a:ext cx="3106994" cy="27231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Umwandlung Klassenkarte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Tabellenschema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1EF914A-C3BE-7904-D8A3-F704AA4EAF29}"/>
              </a:ext>
            </a:extLst>
          </p:cNvPr>
          <p:cNvSpPr txBox="1"/>
          <p:nvPr/>
        </p:nvSpPr>
        <p:spPr>
          <a:xfrm>
            <a:off x="6857679" y="2437543"/>
            <a:ext cx="533432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Schüler(	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vorname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varchar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(255)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		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nachname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: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varchar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(255)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		Geburtsdatum: date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		Jahrgangsstufe: </a:t>
            </a:r>
            <a:r>
              <a:rPr kumimoji="0" 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int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C6A4B5D-D95D-448B-2BD7-88F9D70C00A1}"/>
              </a:ext>
            </a:extLst>
          </p:cNvPr>
          <p:cNvSpPr txBox="1"/>
          <p:nvPr/>
        </p:nvSpPr>
        <p:spPr>
          <a:xfrm>
            <a:off x="142005" y="1008925"/>
            <a:ext cx="3608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Objektorientiertes Modell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E30AA01-3B29-F6E9-1A6E-0978A8B21717}"/>
              </a:ext>
            </a:extLst>
          </p:cNvPr>
          <p:cNvSpPr txBox="1"/>
          <p:nvPr/>
        </p:nvSpPr>
        <p:spPr>
          <a:xfrm>
            <a:off x="8625295" y="1024170"/>
            <a:ext cx="27895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Tabellenschema/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Relationales Modell</a:t>
            </a:r>
          </a:p>
        </p:txBody>
      </p:sp>
    </p:spTree>
    <p:extLst>
      <p:ext uri="{BB962C8B-B14F-4D97-AF65-F5344CB8AC3E}">
        <p14:creationId xmlns:p14="http://schemas.microsoft.com/office/powerpoint/2010/main" val="226114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8BEEFB-00D9-4BB9-8D0B-216E73A19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Objektorientiertes Datenmodell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7F656F-7520-4F96-9D59-99A90D2D1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4. Objektorientiertes Datenmodell</a:t>
            </a:r>
          </a:p>
          <a:p>
            <a:pPr marL="0" indent="0">
              <a:buNone/>
            </a:pPr>
            <a:r>
              <a:rPr lang="de-DE" dirty="0"/>
              <a:t>Im Unterschied zum relationalen Datenmodell (d.h. dem DB-Schema) können im </a:t>
            </a:r>
            <a:r>
              <a:rPr lang="de-DE" b="1" dirty="0">
                <a:solidFill>
                  <a:srgbClr val="BB4D4D"/>
                </a:solidFill>
              </a:rPr>
              <a:t>objektorientierten Datenmodell</a:t>
            </a:r>
            <a:r>
              <a:rPr lang="de-DE" dirty="0"/>
              <a:t> die Daten als Objekte betrachtet werden.</a:t>
            </a:r>
          </a:p>
          <a:p>
            <a:pPr marL="0" indent="0">
              <a:buNone/>
            </a:pPr>
            <a:r>
              <a:rPr lang="de-DE" dirty="0"/>
              <a:t>Modelliert wird mit vereinfachten </a:t>
            </a:r>
            <a:r>
              <a:rPr lang="de-DE" b="1" dirty="0">
                <a:solidFill>
                  <a:srgbClr val="BB4D4D"/>
                </a:solidFill>
              </a:rPr>
              <a:t>Klassendiagrammen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119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Breitbild</PresentationFormat>
  <Paragraphs>36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3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Calibri Light</vt:lpstr>
      <vt:lpstr>Courier New</vt:lpstr>
      <vt:lpstr>Times New Roman</vt:lpstr>
      <vt:lpstr>Office</vt:lpstr>
      <vt:lpstr>Standarddesign</vt:lpstr>
      <vt:lpstr>1_Office</vt:lpstr>
      <vt:lpstr>Tabellenschema einer Datenbank</vt:lpstr>
      <vt:lpstr>Tabellenschema einer Datenbank</vt:lpstr>
      <vt:lpstr>Objektorientiertes Datenmodell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1</cp:revision>
  <dcterms:created xsi:type="dcterms:W3CDTF">2026-08-25T01:37:43Z</dcterms:created>
  <dcterms:modified xsi:type="dcterms:W3CDTF">2026-08-25T01:41:02Z</dcterms:modified>
</cp:coreProperties>
</file>
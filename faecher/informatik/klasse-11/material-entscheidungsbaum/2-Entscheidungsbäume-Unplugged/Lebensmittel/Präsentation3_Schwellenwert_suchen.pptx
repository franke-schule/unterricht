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sldIdLst>
    <p:sldId id="259" r:id="rId5"/>
    <p:sldId id="261" r:id="rId6"/>
    <p:sldId id="264" r:id="rId7"/>
    <p:sldId id="262" r:id="rId8"/>
    <p:sldId id="268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581BE-F060-426D-B48E-7BFB496CFE45}" v="45" dt="2021-05-21T13:25:13.628"/>
    <p1510:client id="{BDE49E0A-AA06-4176-9B00-317DBC81F32B}" v="7" dt="2021-05-21T13:27:32.457"/>
    <p1510:client id="{DFCF5A4F-46EE-A2B8-A72A-DE271CBDB34A}" v="37" dt="2021-05-21T13:30:16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94660"/>
  </p:normalViewPr>
  <p:slideViewPr>
    <p:cSldViewPr snapToGrid="0">
      <p:cViewPr>
        <p:scale>
          <a:sx n="70" d="100"/>
          <a:sy n="70" d="100"/>
        </p:scale>
        <p:origin x="603" y="8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ik Fleischer" userId="S::yanflei@mail.uni-paderborn.de::118de0e1-790f-4d9a-ac78-8830d95f94eb" providerId="AD" clId="Web-{B49581BE-F060-426D-B48E-7BFB496CFE45}"/>
    <pc:docChg chg="addSld delSld modSld sldOrd">
      <pc:chgData name="Yannik Fleischer" userId="S::yanflei@mail.uni-paderborn.de::118de0e1-790f-4d9a-ac78-8830d95f94eb" providerId="AD" clId="Web-{B49581BE-F060-426D-B48E-7BFB496CFE45}" dt="2021-05-21T13:25:13.628" v="42"/>
      <pc:docMkLst>
        <pc:docMk/>
      </pc:docMkLst>
      <pc:sldChg chg="addSp delSp">
        <pc:chgData name="Yannik Fleischer" userId="S::yanflei@mail.uni-paderborn.de::118de0e1-790f-4d9a-ac78-8830d95f94eb" providerId="AD" clId="Web-{B49581BE-F060-426D-B48E-7BFB496CFE45}" dt="2021-05-21T13:22:28.484" v="3"/>
        <pc:sldMkLst>
          <pc:docMk/>
          <pc:sldMk cId="3906198807" sldId="266"/>
        </pc:sldMkLst>
        <pc:picChg chg="add del">
          <ac:chgData name="Yannik Fleischer" userId="S::yanflei@mail.uni-paderborn.de::118de0e1-790f-4d9a-ac78-8830d95f94eb" providerId="AD" clId="Web-{B49581BE-F060-426D-B48E-7BFB496CFE45}" dt="2021-05-21T13:22:28.484" v="3"/>
          <ac:picMkLst>
            <pc:docMk/>
            <pc:sldMk cId="3906198807" sldId="266"/>
            <ac:picMk id="18" creationId="{00000000-0000-0000-0000-000000000000}"/>
          </ac:picMkLst>
        </pc:picChg>
      </pc:sldChg>
      <pc:sldChg chg="modTransition">
        <pc:chgData name="Yannik Fleischer" userId="S::yanflei@mail.uni-paderborn.de::118de0e1-790f-4d9a-ac78-8830d95f94eb" providerId="AD" clId="Web-{B49581BE-F060-426D-B48E-7BFB496CFE45}" dt="2021-05-21T13:21:46.014" v="0"/>
        <pc:sldMkLst>
          <pc:docMk/>
          <pc:sldMk cId="471808990" sldId="269"/>
        </pc:sldMkLst>
      </pc:sldChg>
      <pc:sldChg chg="ord modTransition">
        <pc:chgData name="Yannik Fleischer" userId="S::yanflei@mail.uni-paderborn.de::118de0e1-790f-4d9a-ac78-8830d95f94eb" providerId="AD" clId="Web-{B49581BE-F060-426D-B48E-7BFB496CFE45}" dt="2021-05-21T13:25:13.628" v="42"/>
        <pc:sldMkLst>
          <pc:docMk/>
          <pc:sldMk cId="3589799662" sldId="270"/>
        </pc:sldMkLst>
      </pc:sldChg>
      <pc:sldChg chg="add del replId">
        <pc:chgData name="Yannik Fleischer" userId="S::yanflei@mail.uni-paderborn.de::118de0e1-790f-4d9a-ac78-8830d95f94eb" providerId="AD" clId="Web-{B49581BE-F060-426D-B48E-7BFB496CFE45}" dt="2021-05-21T13:22:44.750" v="5"/>
        <pc:sldMkLst>
          <pc:docMk/>
          <pc:sldMk cId="2797814740" sldId="271"/>
        </pc:sldMkLst>
      </pc:sldChg>
      <pc:sldChg chg="modSp add replId modTransition">
        <pc:chgData name="Yannik Fleischer" userId="S::yanflei@mail.uni-paderborn.de::118de0e1-790f-4d9a-ac78-8830d95f94eb" providerId="AD" clId="Web-{B49581BE-F060-426D-B48E-7BFB496CFE45}" dt="2021-05-21T13:24:54.597" v="41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B49581BE-F060-426D-B48E-7BFB496CFE45}" dt="2021-05-21T13:24:48.550" v="34" actId="1076"/>
          <ac:spMkLst>
            <pc:docMk/>
            <pc:sldMk cId="2874438629" sldId="271"/>
            <ac:spMk id="6" creationId="{00000000-0000-0000-0000-000000000000}"/>
          </ac:spMkLst>
        </pc:spChg>
        <pc:picChg chg="mod">
          <ac:chgData name="Yannik Fleischer" userId="S::yanflei@mail.uni-paderborn.de::118de0e1-790f-4d9a-ac78-8830d95f94eb" providerId="AD" clId="Web-{B49581BE-F060-426D-B48E-7BFB496CFE45}" dt="2021-05-21T13:24:48.659" v="40" actId="1076"/>
          <ac:picMkLst>
            <pc:docMk/>
            <pc:sldMk cId="2874438629" sldId="271"/>
            <ac:picMk id="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12" v="22" actId="1076"/>
          <ac:picMkLst>
            <pc:docMk/>
            <pc:sldMk cId="2874438629" sldId="271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59" v="25" actId="1076"/>
          <ac:picMkLst>
            <pc:docMk/>
            <pc:sldMk cId="2874438629" sldId="271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27" v="23" actId="1076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43" v="39" actId="1076"/>
          <ac:picMkLst>
            <pc:docMk/>
            <pc:sldMk cId="2874438629" sldId="271"/>
            <ac:picMk id="12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096" v="21" actId="1076"/>
          <ac:picMkLst>
            <pc:docMk/>
            <pc:sldMk cId="2874438629" sldId="271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5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12" v="37" actId="1076"/>
          <ac:picMkLst>
            <pc:docMk/>
            <pc:sldMk cId="2874438629" sldId="271"/>
            <ac:picMk id="16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43" v="24" actId="1076"/>
          <ac:picMkLst>
            <pc:docMk/>
            <pc:sldMk cId="2874438629" sldId="271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74" v="26" actId="1076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28" v="38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6" actId="1076"/>
          <ac:picMkLst>
            <pc:docMk/>
            <pc:sldMk cId="2874438629" sldId="271"/>
            <ac:picMk id="21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BDE49E0A-AA06-4176-9B00-317DBC81F32B}"/>
    <pc:docChg chg="addSld modSld sldOrd">
      <pc:chgData name="Yannik Fleischer" userId="S::yanflei@mail.uni-paderborn.de::118de0e1-790f-4d9a-ac78-8830d95f94eb" providerId="AD" clId="Web-{BDE49E0A-AA06-4176-9B00-317DBC81F32B}" dt="2021-05-21T13:27:32.457" v="6"/>
      <pc:docMkLst>
        <pc:docMk/>
      </pc:docMkLst>
      <pc:sldChg chg="ord">
        <pc:chgData name="Yannik Fleischer" userId="S::yanflei@mail.uni-paderborn.de::118de0e1-790f-4d9a-ac78-8830d95f94eb" providerId="AD" clId="Web-{BDE49E0A-AA06-4176-9B00-317DBC81F32B}" dt="2021-05-21T13:26:05.409" v="0"/>
        <pc:sldMkLst>
          <pc:docMk/>
          <pc:sldMk cId="2874438629" sldId="271"/>
        </pc:sldMkLst>
      </pc:sldChg>
      <pc:sldChg chg="addSp modSp add replId">
        <pc:chgData name="Yannik Fleischer" userId="S::yanflei@mail.uni-paderborn.de::118de0e1-790f-4d9a-ac78-8830d95f94eb" providerId="AD" clId="Web-{BDE49E0A-AA06-4176-9B00-317DBC81F32B}" dt="2021-05-21T13:27:32.457" v="6"/>
        <pc:sldMkLst>
          <pc:docMk/>
          <pc:sldMk cId="3656514412" sldId="272"/>
        </pc:sldMkLst>
        <pc:spChg chg="add">
          <ac:chgData name="Yannik Fleischer" userId="S::yanflei@mail.uni-paderborn.de::118de0e1-790f-4d9a-ac78-8830d95f94eb" providerId="AD" clId="Web-{BDE49E0A-AA06-4176-9B00-317DBC81F32B}" dt="2021-05-21T13:27:32.457" v="6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BDE49E0A-AA06-4176-9B00-317DBC81F32B}" dt="2021-05-21T13:27:10.613" v="4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72" v="2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88" v="3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7:10.629" v="5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DFCF5A4F-46EE-A2B8-A72A-DE271CBDB34A}"/>
    <pc:docChg chg="delSld modSld">
      <pc:chgData name="Yannik Fleischer" userId="S::yanflei@mail.uni-paderborn.de::118de0e1-790f-4d9a-ac78-8830d95f94eb" providerId="AD" clId="Web-{DFCF5A4F-46EE-A2B8-A72A-DE271CBDB34A}" dt="2021-05-21T13:30:16.014" v="33"/>
      <pc:docMkLst>
        <pc:docMk/>
      </pc:docMkLst>
      <pc:sldChg chg="del">
        <pc:chgData name="Yannik Fleischer" userId="S::yanflei@mail.uni-paderborn.de::118de0e1-790f-4d9a-ac78-8830d95f94eb" providerId="AD" clId="Web-{DFCF5A4F-46EE-A2B8-A72A-DE271CBDB34A}" dt="2021-05-21T13:30:16.014" v="33"/>
        <pc:sldMkLst>
          <pc:docMk/>
          <pc:sldMk cId="3589799662" sldId="270"/>
        </pc:sldMkLst>
      </pc:sldChg>
      <pc:sldChg chg="addSp delSp modSp">
        <pc:chgData name="Yannik Fleischer" userId="S::yanflei@mail.uni-paderborn.de::118de0e1-790f-4d9a-ac78-8830d95f94eb" providerId="AD" clId="Web-{DFCF5A4F-46EE-A2B8-A72A-DE271CBDB34A}" dt="2021-05-21T13:29:50.576" v="31" actId="1076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DFCF5A4F-46EE-A2B8-A72A-DE271CBDB34A}" dt="2021-05-21T13:29:50.482" v="25" actId="1076"/>
          <ac:spMkLst>
            <pc:docMk/>
            <pc:sldMk cId="2874438629" sldId="271"/>
            <ac:spMk id="6" creationId="{00000000-0000-0000-0000-000000000000}"/>
          </ac:spMkLst>
        </pc:spChg>
        <pc:picChg chg="add">
          <ac:chgData name="Yannik Fleischer" userId="S::yanflei@mail.uni-paderborn.de::118de0e1-790f-4d9a-ac78-8830d95f94eb" providerId="AD" clId="Web-{DFCF5A4F-46EE-A2B8-A72A-DE271CBDB34A}" dt="2021-05-21T13:29:45.669" v="19"/>
          <ac:picMkLst>
            <pc:docMk/>
            <pc:sldMk cId="2874438629" sldId="271"/>
            <ac:picMk id="2" creationId="{D9BAC289-3AD7-4027-9C76-0851042EADDF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9" actId="1076"/>
          <ac:picMkLst>
            <pc:docMk/>
            <pc:sldMk cId="2874438629" sldId="271"/>
            <ac:picMk id="3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5"/>
          <ac:picMkLst>
            <pc:docMk/>
            <pc:sldMk cId="2874438629" sldId="271"/>
            <ac:picMk id="4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00" v="20"/>
          <ac:picMkLst>
            <pc:docMk/>
            <pc:sldMk cId="2874438629" sldId="271"/>
            <ac:picMk id="5" creationId="{9D5B4DCA-F295-4651-9279-1A117B5713C6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1"/>
          <ac:picMkLst>
            <pc:docMk/>
            <pc:sldMk cId="2874438629" sldId="271"/>
            <ac:picMk id="7" creationId="{3D0E0798-B3DA-4684-9EA3-DC185242D758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2"/>
          <ac:picMkLst>
            <pc:docMk/>
            <pc:sldMk cId="2874438629" sldId="271"/>
            <ac:picMk id="8" creationId="{A9852173-16B2-47D6-A303-E7AECDC1C5A5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47" v="23"/>
          <ac:picMkLst>
            <pc:docMk/>
            <pc:sldMk cId="2874438629" sldId="271"/>
            <ac:picMk id="9" creationId="{C50434FE-7340-4066-91A5-CC4CD6BB094B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8"/>
          <ac:picMkLst>
            <pc:docMk/>
            <pc:sldMk cId="2874438629" sldId="271"/>
            <ac:picMk id="10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7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8" actId="1076"/>
          <ac:picMkLst>
            <pc:docMk/>
            <pc:sldMk cId="2874438629" sldId="271"/>
            <ac:picMk id="12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6"/>
          <ac:picMkLst>
            <pc:docMk/>
            <pc:sldMk cId="2874438629" sldId="271"/>
            <ac:picMk id="13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63" v="24"/>
          <ac:picMkLst>
            <pc:docMk/>
            <pc:sldMk cId="2874438629" sldId="271"/>
            <ac:picMk id="14" creationId="{63F71FF4-B85C-47A1-9218-55233D8CE6C4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497" v="26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13" v="27" actId="1076"/>
          <ac:picMkLst>
            <pc:docMk/>
            <pc:sldMk cId="2874438629" sldId="271"/>
            <ac:picMk id="16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4"/>
          <ac:picMkLst>
            <pc:docMk/>
            <pc:sldMk cId="2874438629" sldId="271"/>
            <ac:picMk id="18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3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60" v="30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76" v="31" actId="1076"/>
          <ac:picMkLst>
            <pc:docMk/>
            <pc:sldMk cId="2874438629" sldId="271"/>
            <ac:picMk id="21" creationId="{00000000-0000-0000-0000-000000000000}"/>
          </ac:picMkLst>
        </pc:picChg>
      </pc:sldChg>
      <pc:sldChg chg="delSp modSp del">
        <pc:chgData name="Yannik Fleischer" userId="S::yanflei@mail.uni-paderborn.de::118de0e1-790f-4d9a-ac78-8830d95f94eb" providerId="AD" clId="Web-{DFCF5A4F-46EE-A2B8-A72A-DE271CBDB34A}" dt="2021-05-21T13:29:54.576" v="32"/>
        <pc:sldMkLst>
          <pc:docMk/>
          <pc:sldMk cId="3656514412" sldId="272"/>
        </pc:sldMkLst>
        <pc:spChg chg="del">
          <ac:chgData name="Yannik Fleischer" userId="S::yanflei@mail.uni-paderborn.de::118de0e1-790f-4d9a-ac78-8830d95f94eb" providerId="AD" clId="Web-{DFCF5A4F-46EE-A2B8-A72A-DE271CBDB34A}" dt="2021-05-21T13:28:13.589" v="0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DFCF5A4F-46EE-A2B8-A72A-DE271CBDB34A}" dt="2021-05-21T13:29:19.356" v="10" actId="1076"/>
          <ac:picMkLst>
            <pc:docMk/>
            <pc:sldMk cId="3656514412" sldId="272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09" v="7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25" v="8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56" v="9" actId="1076"/>
          <ac:picMkLst>
            <pc:docMk/>
            <pc:sldMk cId="3656514412" sldId="272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72" v="11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87" v="12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5699A-864A-4E3D-B2F2-65453D402EF0}" type="datetimeFigureOut">
              <a:rPr lang="en-GB" smtClean="0"/>
              <a:t>14/04/2022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2D76B-7B28-4EEE-A001-BCF156A7E4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19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Anhand</a:t>
            </a:r>
            <a:r>
              <a:rPr lang="en-GB" dirty="0" smtClean="0"/>
              <a:t> </a:t>
            </a:r>
            <a:r>
              <a:rPr lang="en-GB" dirty="0" err="1" smtClean="0"/>
              <a:t>dieser</a:t>
            </a:r>
            <a:r>
              <a:rPr lang="en-GB" dirty="0" smtClean="0"/>
              <a:t> </a:t>
            </a:r>
            <a:r>
              <a:rPr lang="en-GB" dirty="0" err="1" smtClean="0"/>
              <a:t>Präsentation</a:t>
            </a:r>
            <a:r>
              <a:rPr lang="en-GB" dirty="0" smtClean="0"/>
              <a:t> </a:t>
            </a:r>
            <a:r>
              <a:rPr lang="en-GB" dirty="0" err="1" smtClean="0"/>
              <a:t>kann</a:t>
            </a:r>
            <a:r>
              <a:rPr lang="en-GB" dirty="0" smtClean="0"/>
              <a:t> </a:t>
            </a:r>
            <a:r>
              <a:rPr lang="en-GB" dirty="0" err="1" smtClean="0"/>
              <a:t>veranschaulicht</a:t>
            </a:r>
            <a:r>
              <a:rPr lang="en-GB" dirty="0" smtClean="0"/>
              <a:t> </a:t>
            </a:r>
            <a:r>
              <a:rPr lang="en-GB" dirty="0" err="1" smtClean="0"/>
              <a:t>werden</a:t>
            </a:r>
            <a:r>
              <a:rPr lang="en-GB" dirty="0" smtClean="0"/>
              <a:t>, </a:t>
            </a:r>
            <a:r>
              <a:rPr lang="en-GB" dirty="0" err="1" smtClean="0"/>
              <a:t>dass</a:t>
            </a:r>
            <a:r>
              <a:rPr lang="en-GB" dirty="0" smtClean="0"/>
              <a:t> </a:t>
            </a:r>
            <a:r>
              <a:rPr lang="en-GB" dirty="0" err="1" smtClean="0"/>
              <a:t>für</a:t>
            </a:r>
            <a:r>
              <a:rPr lang="en-GB" dirty="0" smtClean="0"/>
              <a:t> </a:t>
            </a:r>
            <a:r>
              <a:rPr lang="en-GB" dirty="0" err="1" smtClean="0"/>
              <a:t>einen</a:t>
            </a:r>
            <a:r>
              <a:rPr lang="en-GB" dirty="0" smtClean="0"/>
              <a:t> </a:t>
            </a:r>
            <a:r>
              <a:rPr lang="en-GB" dirty="0" err="1" smtClean="0"/>
              <a:t>Datensplit</a:t>
            </a:r>
            <a:r>
              <a:rPr lang="en-GB" dirty="0" smtClean="0"/>
              <a:t> in der </a:t>
            </a:r>
            <a:r>
              <a:rPr lang="en-GB" dirty="0" err="1" smtClean="0"/>
              <a:t>zweiten</a:t>
            </a:r>
            <a:r>
              <a:rPr lang="en-GB" dirty="0" smtClean="0"/>
              <a:t> </a:t>
            </a:r>
            <a:r>
              <a:rPr lang="en-GB" dirty="0" err="1" smtClean="0"/>
              <a:t>Stufe</a:t>
            </a:r>
            <a:r>
              <a:rPr lang="en-GB" dirty="0" smtClean="0"/>
              <a:t> </a:t>
            </a:r>
            <a:r>
              <a:rPr lang="en-GB" dirty="0" err="1" smtClean="0"/>
              <a:t>nur</a:t>
            </a:r>
            <a:r>
              <a:rPr lang="en-GB" dirty="0" smtClean="0"/>
              <a:t> </a:t>
            </a:r>
            <a:r>
              <a:rPr lang="en-GB" dirty="0" err="1" smtClean="0"/>
              <a:t>mit</a:t>
            </a:r>
            <a:r>
              <a:rPr lang="en-GB" dirty="0" smtClean="0"/>
              <a:t> </a:t>
            </a:r>
            <a:r>
              <a:rPr lang="en-GB" dirty="0" err="1" smtClean="0"/>
              <a:t>dem</a:t>
            </a:r>
            <a:r>
              <a:rPr lang="en-GB" dirty="0" smtClean="0"/>
              <a:t> </a:t>
            </a:r>
            <a:r>
              <a:rPr lang="en-GB" dirty="0" err="1" smtClean="0"/>
              <a:t>jeweiligen</a:t>
            </a:r>
            <a:r>
              <a:rPr lang="en-GB" dirty="0" smtClean="0"/>
              <a:t> </a:t>
            </a:r>
            <a:r>
              <a:rPr lang="en-GB" dirty="0" err="1" smtClean="0"/>
              <a:t>Teildatensatz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weitergearbeitet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wird</a:t>
            </a:r>
            <a:r>
              <a:rPr lang="en-GB" baseline="0" dirty="0" smtClean="0"/>
              <a:t>.</a:t>
            </a:r>
          </a:p>
          <a:p>
            <a:endParaRPr lang="en-GB" baseline="0" dirty="0" smtClean="0"/>
          </a:p>
          <a:p>
            <a:r>
              <a:rPr lang="en-GB" baseline="0" dirty="0" err="1" smtClean="0"/>
              <a:t>Achtung</a:t>
            </a:r>
            <a:r>
              <a:rPr lang="en-GB" baseline="0" dirty="0" smtClean="0"/>
              <a:t>: </a:t>
            </a:r>
            <a:r>
              <a:rPr lang="en-GB" baseline="0" dirty="0" err="1" smtClean="0"/>
              <a:t>Diese</a:t>
            </a:r>
            <a:r>
              <a:rPr lang="en-GB" baseline="0" dirty="0" smtClean="0"/>
              <a:t> </a:t>
            </a:r>
            <a:r>
              <a:rPr lang="en-GB" baseline="0" dirty="0" err="1" smtClean="0"/>
              <a:t>Präsentation</a:t>
            </a:r>
            <a:r>
              <a:rPr lang="en-GB" baseline="0" dirty="0" smtClean="0"/>
              <a:t> </a:t>
            </a:r>
            <a:r>
              <a:rPr lang="en-GB" baseline="0" dirty="0" err="1" smtClean="0"/>
              <a:t>ist</a:t>
            </a:r>
            <a:r>
              <a:rPr lang="en-GB" baseline="0" dirty="0" smtClean="0"/>
              <a:t> </a:t>
            </a:r>
            <a:r>
              <a:rPr lang="en-GB" baseline="0" dirty="0" err="1" smtClean="0"/>
              <a:t>animiert</a:t>
            </a:r>
            <a:r>
              <a:rPr lang="en-GB" baseline="0" dirty="0" smtClean="0"/>
              <a:t>!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54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2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6933" y="0"/>
            <a:ext cx="12175067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599015" y="476146"/>
            <a:ext cx="27744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6167969" y="0"/>
            <a:ext cx="6024033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601135" y="3636000"/>
            <a:ext cx="672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01133" y="5849620"/>
            <a:ext cx="672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601133" y="6208047"/>
            <a:ext cx="672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10632984" y="6948000"/>
            <a:ext cx="96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6418134" cy="64633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210798" cy="64633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3" name="Regieanweisung"/>
          <p:cNvGrpSpPr/>
          <p:nvPr userDrawn="1"/>
        </p:nvGrpSpPr>
        <p:grpSpPr bwMode="auto">
          <a:xfrm>
            <a:off x="599016" y="0"/>
            <a:ext cx="14328985" cy="7236000"/>
            <a:chOff x="449261" y="0"/>
            <a:chExt cx="10746739" cy="7236000"/>
          </a:xfrm>
        </p:grpSpPr>
        <p:sp>
          <p:nvSpPr>
            <p:cNvPr id="14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 sz="2100"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5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6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 sz="1800"/>
              </a:p>
            </p:txBody>
          </p:sp>
          <p:sp>
            <p:nvSpPr>
              <p:cNvPr id="17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 sz="1800"/>
              </a:p>
            </p:txBody>
          </p:sp>
          <p:sp>
            <p:nvSpPr>
              <p:cNvPr id="18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 sz="21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 sz="2100"/>
              </a:p>
            </p:txBody>
          </p:sp>
          <p:pic>
            <p:nvPicPr>
              <p:cNvPr id="19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 sz="2100"/>
            </a:p>
          </p:txBody>
        </p:sp>
      </p:grpSp>
      <p:pic>
        <p:nvPicPr>
          <p:cNvPr id="22" name="Grafik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774462" y="5817813"/>
            <a:ext cx="952193" cy="714145"/>
          </a:xfrm>
          <a:prstGeom prst="rect">
            <a:avLst/>
          </a:prstGeom>
        </p:spPr>
      </p:pic>
      <p:pic>
        <p:nvPicPr>
          <p:cNvPr id="23" name="Grafik 7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179984" y="5817812"/>
            <a:ext cx="2846464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3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6933" y="0"/>
            <a:ext cx="12175067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601133" y="450000"/>
            <a:ext cx="27744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6167969" y="0"/>
            <a:ext cx="6024033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601135" y="2952000"/>
            <a:ext cx="624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01133" y="5849620"/>
            <a:ext cx="672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601133" y="6208047"/>
            <a:ext cx="672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10632984" y="6948000"/>
            <a:ext cx="96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4308582" cy="646331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drei 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6418134" cy="646331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4210798" cy="646331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4" name="Regieanweisung"/>
          <p:cNvGrpSpPr/>
          <p:nvPr userDrawn="1"/>
        </p:nvGrpSpPr>
        <p:grpSpPr bwMode="auto">
          <a:xfrm>
            <a:off x="599016" y="0"/>
            <a:ext cx="14328985" cy="7236000"/>
            <a:chOff x="449261" y="0"/>
            <a:chExt cx="10746739" cy="7236000"/>
          </a:xfrm>
        </p:grpSpPr>
        <p:sp>
          <p:nvSpPr>
            <p:cNvPr id="1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 sz="2100"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 sz="1800"/>
              </a:p>
            </p:txBody>
          </p:sp>
          <p:sp>
            <p:nvSpPr>
              <p:cNvPr id="1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 sz="1800"/>
              </a:p>
            </p:txBody>
          </p:sp>
          <p:sp>
            <p:nvSpPr>
              <p:cNvPr id="1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 sz="21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 sz="2100"/>
              </a:p>
            </p:txBody>
          </p:sp>
          <p:pic>
            <p:nvPicPr>
              <p:cNvPr id="20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 sz="2100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774462" y="5817813"/>
            <a:ext cx="952193" cy="714145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179984" y="5817812"/>
            <a:ext cx="2846464" cy="711616"/>
          </a:xfrm>
          <a:prstGeom prst="rect">
            <a:avLst/>
          </a:prstGeom>
        </p:spPr>
      </p:pic>
      <p:pic>
        <p:nvPicPr>
          <p:cNvPr id="25" name="Picture 2" descr="https://lh3.googleusercontent.com/G4N8FKjYiADz5DL6jVPI4OIbcBmj5PR-LCjV1nSCms7Z8pvnOEqXI7XT15QbA-uj7OEcX318D0E9nBwmWgMxVzvnYrbHAGGqtmgFzazoqiP2FLOX0ajW9EEL9GoD-HynIsjku10lCP0"/>
          <p:cNvPicPr>
            <a:picLocks noChangeAspect="1" noChangeArrowheads="1"/>
          </p:cNvPicPr>
          <p:nvPr userDrawn="1"/>
        </p:nvPicPr>
        <p:blipFill>
          <a:blip r:embed="rId6"/>
          <a:stretch/>
        </p:blipFill>
        <p:spPr bwMode="auto">
          <a:xfrm>
            <a:off x="3954753" y="653080"/>
            <a:ext cx="1954524" cy="549871"/>
          </a:xfrm>
          <a:prstGeom prst="rect">
            <a:avLst/>
          </a:prstGeom>
          <a:noFill/>
        </p:spPr>
      </p:pic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4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6933" y="0"/>
            <a:ext cx="12175067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601133" y="450000"/>
            <a:ext cx="27744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6167969" y="0"/>
            <a:ext cx="6024033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601135" y="2268000"/>
            <a:ext cx="600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br>
              <a:rPr lang="de-DE"/>
            </a:br>
            <a:r>
              <a:rPr lang="de-DE"/>
              <a:t>als Zweizeiler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01133" y="5849620"/>
            <a:ext cx="672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601133" y="6208047"/>
            <a:ext cx="672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10632984" y="6948000"/>
            <a:ext cx="96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1" y="5076000"/>
            <a:ext cx="2098041" cy="646331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1" y="4392494"/>
            <a:ext cx="4577887" cy="646331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ganzen vier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1" y="3708988"/>
            <a:ext cx="5533276" cy="646331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Präsentationstitel</a:t>
            </a:r>
            <a:endParaRPr/>
          </a:p>
        </p:txBody>
      </p:sp>
      <p:sp>
        <p:nvSpPr>
          <p:cNvPr id="14" name="Vertikaler Textplatzhalter 2"/>
          <p:cNvSpPr>
            <a:spLocks noGrp="1"/>
          </p:cNvSpPr>
          <p:nvPr>
            <p:ph type="body" orient="vert" idx="23" hasCustomPrompt="1"/>
          </p:nvPr>
        </p:nvSpPr>
        <p:spPr bwMode="auto">
          <a:xfrm>
            <a:off x="0" y="3024000"/>
            <a:ext cx="4210798" cy="646331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5" name="Regieanweisung"/>
          <p:cNvGrpSpPr/>
          <p:nvPr userDrawn="1"/>
        </p:nvGrpSpPr>
        <p:grpSpPr bwMode="auto">
          <a:xfrm>
            <a:off x="599016" y="0"/>
            <a:ext cx="14328985" cy="7236000"/>
            <a:chOff x="449261" y="0"/>
            <a:chExt cx="10746739" cy="7236000"/>
          </a:xfrm>
        </p:grpSpPr>
        <p:sp>
          <p:nvSpPr>
            <p:cNvPr id="16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 sz="2100"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7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8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 sz="1800"/>
              </a:p>
            </p:txBody>
          </p:sp>
          <p:sp>
            <p:nvSpPr>
              <p:cNvPr id="19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 sz="1800"/>
              </a:p>
            </p:txBody>
          </p:sp>
          <p:sp>
            <p:nvSpPr>
              <p:cNvPr id="20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 sz="21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 sz="2100"/>
              </a:p>
            </p:txBody>
          </p:sp>
          <p:pic>
            <p:nvPicPr>
              <p:cNvPr id="21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 sz="2100"/>
            </a:p>
          </p:txBody>
        </p:sp>
      </p:grpSp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774462" y="5817813"/>
            <a:ext cx="952193" cy="714145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179984" y="5817812"/>
            <a:ext cx="2846464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9016" y="1366838"/>
            <a:ext cx="10991849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601133" y="2579688"/>
            <a:ext cx="10991851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Headline 1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4"/>
          <p:cNvSpPr>
            <a:spLocks noGrp="1"/>
          </p:cNvSpPr>
          <p:nvPr>
            <p:ph type="title"/>
          </p:nvPr>
        </p:nvSpPr>
        <p:spPr bwMode="auto">
          <a:xfrm>
            <a:off x="599016" y="1366839"/>
            <a:ext cx="10991849" cy="60044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2" hasCustomPrompt="1"/>
          </p:nvPr>
        </p:nvSpPr>
        <p:spPr bwMode="auto">
          <a:xfrm>
            <a:off x="599013" y="2124576"/>
            <a:ext cx="10991851" cy="407619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2-spaltig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9016" y="1366838"/>
            <a:ext cx="10991849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601133" y="2579688"/>
            <a:ext cx="10991851" cy="3621087"/>
          </a:xfrm>
        </p:spPr>
        <p:txBody>
          <a:bodyPr vert="horz" numCol="2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9016" y="1366838"/>
            <a:ext cx="10991849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599016" y="3043239"/>
            <a:ext cx="10993969" cy="315753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Text/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6239935" y="1438275"/>
            <a:ext cx="5350933" cy="4105275"/>
          </a:xfrm>
          <a:prstGeom prst="rect">
            <a:avLst/>
          </a:pr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/>
            </a: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9017" y="1366838"/>
            <a:ext cx="5257801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8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601134" y="3043238"/>
            <a:ext cx="5257801" cy="3157536"/>
          </a:xfrm>
        </p:spPr>
        <p:txBody>
          <a:bodyPr vert="horz" numCol="1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9" name="Vertikaler Textplatzhalter 2"/>
          <p:cNvSpPr>
            <a:spLocks noGrp="1"/>
          </p:cNvSpPr>
          <p:nvPr>
            <p:ph type="body" orient="vert" idx="20" hasCustomPrompt="1"/>
          </p:nvPr>
        </p:nvSpPr>
        <p:spPr bwMode="auto">
          <a:xfrm>
            <a:off x="6239933" y="5725409"/>
            <a:ext cx="5353051" cy="475366"/>
          </a:xfrm>
        </p:spPr>
        <p:txBody>
          <a:bodyPr vert="horz" numCol="1" spcCol="234000"/>
          <a:lstStyle>
            <a:lvl1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kurz // 2x Inah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9016" y="1366838"/>
            <a:ext cx="5257803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 kurz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601134" y="2579688"/>
            <a:ext cx="5255684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8" name="Inhaltsplatzhalter 2"/>
          <p:cNvSpPr>
            <a:spLocks noGrp="1"/>
          </p:cNvSpPr>
          <p:nvPr>
            <p:ph idx="14" hasCustomPrompt="1"/>
          </p:nvPr>
        </p:nvSpPr>
        <p:spPr bwMode="auto">
          <a:xfrm>
            <a:off x="6239934" y="2581847"/>
            <a:ext cx="5350933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klein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9016" y="1366838"/>
            <a:ext cx="10991849" cy="360000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</a:lstStyle>
          <a:p>
            <a:pPr>
              <a:defRPr/>
            </a:pPr>
            <a:r>
              <a:rPr lang="de-DE"/>
              <a:t>Headline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601133" y="1860551"/>
            <a:ext cx="10991851" cy="434022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2-zeilig // 2-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A85E1-1A24-42EA-B8FC-20E952335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017" y="1366838"/>
            <a:ext cx="10991849" cy="1044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auf zwei Zeilen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26BE669-F830-453A-88B7-8D855203A5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Yannik Fleischer &amp; Susanne Podworny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354FD64-0A4F-4C1E-B137-A64AEB5583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‹Nr.›</a:t>
            </a:fld>
            <a:endParaRPr lang="de-DE" sz="1800" dirty="0"/>
          </a:p>
        </p:txBody>
      </p:sp>
      <p:sp>
        <p:nvSpPr>
          <p:cNvPr id="12" name="Vertikaler Textplatzhalter 2">
            <a:extLst>
              <a:ext uri="{FF2B5EF4-FFF2-40B4-BE49-F238E27FC236}">
                <a16:creationId xmlns:a16="http://schemas.microsoft.com/office/drawing/2014/main" id="{85421E52-EADA-49A7-9288-2D5592EAFFEF}"/>
              </a:ext>
            </a:extLst>
          </p:cNvPr>
          <p:cNvSpPr>
            <a:spLocks noGrp="1"/>
          </p:cNvSpPr>
          <p:nvPr>
            <p:ph type="body" orient="vert" idx="12" hasCustomPrompt="1"/>
          </p:nvPr>
        </p:nvSpPr>
        <p:spPr>
          <a:xfrm>
            <a:off x="9783523" y="457244"/>
            <a:ext cx="1853640" cy="205184"/>
          </a:xfrm>
          <a:solidFill>
            <a:schemeClr val="accent1"/>
          </a:solidFill>
        </p:spPr>
        <p:txBody>
          <a:bodyPr vert="horz" wrap="none" lIns="36000" tIns="0" rIns="36000" bIns="0" numCol="1" spcCol="234000">
            <a:spAutoFit/>
          </a:bodyPr>
          <a:lstStyle>
            <a:lvl1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2pPr>
            <a:lvl3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3pPr>
            <a:lvl4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4pPr>
            <a:lvl5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5pPr>
            <a:lvl6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6pPr>
            <a:lvl7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7pPr>
            <a:lvl8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8pPr>
            <a:lvl9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Hier steht der Titel der </a:t>
            </a:r>
          </a:p>
        </p:txBody>
      </p:sp>
      <p:sp>
        <p:nvSpPr>
          <p:cNvPr id="13" name="Vertikaler Textplatzhalter 2">
            <a:extLst>
              <a:ext uri="{FF2B5EF4-FFF2-40B4-BE49-F238E27FC236}">
                <a16:creationId xmlns:a16="http://schemas.microsoft.com/office/drawing/2014/main" id="{02F3F2B8-E30F-40FC-84DE-C4558853D833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9475750" y="689282"/>
            <a:ext cx="2161415" cy="205184"/>
          </a:xfrm>
          <a:solidFill>
            <a:schemeClr val="accent1"/>
          </a:solidFill>
        </p:spPr>
        <p:txBody>
          <a:bodyPr vert="horz" wrap="none" lIns="36000" tIns="0" rIns="36000" bIns="0" numCol="1" spcCol="234000">
            <a:spAutoFit/>
          </a:bodyPr>
          <a:lstStyle>
            <a:lvl1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0" indent="0" algn="r">
              <a:lnSpc>
                <a:spcPts val="16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2pPr>
            <a:lvl3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3pPr>
            <a:lvl4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4pPr>
            <a:lvl5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5pPr>
            <a:lvl6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6pPr>
            <a:lvl7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7pPr>
            <a:lvl8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8pPr>
            <a:lvl9pPr marL="0" indent="0" algn="r">
              <a:lnSpc>
                <a:spcPts val="1600"/>
              </a:lnSpc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Präsentation als Zweizeiler</a:t>
            </a:r>
          </a:p>
        </p:txBody>
      </p:sp>
      <p:sp>
        <p:nvSpPr>
          <p:cNvPr id="9" name="Vertikaler Textplatzhalter 2">
            <a:extLst>
              <a:ext uri="{FF2B5EF4-FFF2-40B4-BE49-F238E27FC236}">
                <a16:creationId xmlns:a16="http://schemas.microsoft.com/office/drawing/2014/main" id="{8FB4FD8D-DC2E-4B42-8BD6-C5077FB4E14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01133" y="2579690"/>
            <a:ext cx="10991851" cy="3621087"/>
          </a:xfrm>
        </p:spPr>
        <p:txBody>
          <a:bodyPr vert="horz" numCol="2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Fließtext als Einleitung auf erster Ebene // für Fließtext normal und diverse Aufzählung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85378639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  <p15:guide id="2" pos="7303" userDrawn="1">
          <p15:clr>
            <a:srgbClr val="FBAE40"/>
          </p15:clr>
        </p15:guide>
        <p15:guide id="3" orient="horz" pos="1625" userDrawn="1">
          <p15:clr>
            <a:srgbClr val="FBAE40"/>
          </p15:clr>
        </p15:guide>
        <p15:guide id="4" orient="horz" pos="861" userDrawn="1">
          <p15:clr>
            <a:srgbClr val="FBAE40"/>
          </p15:clr>
        </p15:guide>
        <p15:guide id="5" orient="horz" pos="390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Regieanweisung"/>
          <p:cNvGrpSpPr/>
          <p:nvPr userDrawn="1"/>
        </p:nvGrpSpPr>
        <p:grpSpPr bwMode="auto">
          <a:xfrm>
            <a:off x="599016" y="0"/>
            <a:ext cx="14328985" cy="7236000"/>
            <a:chOff x="449261" y="0"/>
            <a:chExt cx="10746739" cy="7236000"/>
          </a:xfrm>
        </p:grpSpPr>
        <p:sp>
          <p:nvSpPr>
            <p:cNvPr id="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 sz="2100"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 sz="2100"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 sz="2100"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 sz="1800"/>
              </a:p>
            </p:txBody>
          </p:sp>
          <p:sp>
            <p:nvSpPr>
              <p:cNvPr id="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 sz="18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 sz="1800"/>
              </a:p>
            </p:txBody>
          </p:sp>
          <p:sp>
            <p:nvSpPr>
              <p:cNvPr id="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 sz="2100"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 sz="2100"/>
              </a:p>
            </p:txBody>
          </p:sp>
          <p:pic>
            <p:nvPicPr>
              <p:cNvPr id="10" name="Bild // Listenebene verringern"/>
              <p:cNvPicPr>
                <a:picLocks noChangeAspect="1"/>
              </p:cNvPicPr>
              <p:nvPr userDrawn="1"/>
            </p:nvPicPr>
            <p:blipFill>
              <a:blip r:embed="rId13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Bild // Listenebene erhöhen"/>
              <p:cNvPicPr>
                <a:picLocks noChangeAspect="1"/>
              </p:cNvPicPr>
              <p:nvPr userDrawn="1"/>
            </p:nvPicPr>
            <p:blipFill>
              <a:blip r:embed="rId14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 sz="2100"/>
            </a:p>
          </p:txBody>
        </p:sp>
      </p:grpSp>
      <p:sp>
        <p:nvSpPr>
          <p:cNvPr id="13" name="Hintergrundnetz"/>
          <p:cNvSpPr>
            <a:spLocks noChangeAspect="1" noEditPoints="1"/>
          </p:cNvSpPr>
          <p:nvPr userDrawn="1"/>
        </p:nvSpPr>
        <p:spPr bwMode="auto">
          <a:xfrm>
            <a:off x="1388533" y="0"/>
            <a:ext cx="10803467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 extrusionOk="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601133" y="6358068"/>
            <a:ext cx="9072000" cy="288000"/>
          </a:xfrm>
          <a:prstGeom prst="rect">
            <a:avLst/>
          </a:prstGeom>
          <a:noFill/>
        </p:spPr>
        <p:txBody>
          <a:bodyPr vert="horz" wrap="none" lIns="0" tIns="1440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 b="0" i="0" cap="none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9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 bwMode="auto">
          <a:xfrm>
            <a:off x="599016" y="1366838"/>
            <a:ext cx="10991849" cy="10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601133" y="2579688"/>
            <a:ext cx="10991851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1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632984" y="6358067"/>
            <a:ext cx="960000" cy="2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/>
              <a:buNone/>
              <a:defRPr sz="1600" b="1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9pPr>
          </a:lstStyle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8" name="Logo UPD"/>
          <p:cNvSpPr>
            <a:spLocks noChangeAspect="1" noEditPoints="1"/>
          </p:cNvSpPr>
          <p:nvPr userDrawn="1"/>
        </p:nvSpPr>
        <p:spPr bwMode="auto">
          <a:xfrm>
            <a:off x="601133" y="450000"/>
            <a:ext cx="1616640" cy="417366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 sz="1800"/>
          </a:p>
        </p:txBody>
      </p:sp>
      <p:pic>
        <p:nvPicPr>
          <p:cNvPr id="21" name="Grafik 20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07820" y="481006"/>
            <a:ext cx="1637453" cy="429260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2425689" y="450000"/>
            <a:ext cx="1637453" cy="4602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0" indent="0" algn="l" defTabSz="685800">
        <a:lnSpc>
          <a:spcPct val="93000"/>
        </a:lnSpc>
        <a:spcBef>
          <a:spcPts val="0"/>
        </a:spcBef>
        <a:buFont typeface="Arial"/>
        <a:buNone/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>
        <a:lnSpc>
          <a:spcPct val="100000"/>
        </a:lnSpc>
        <a:spcBef>
          <a:spcPts val="0"/>
        </a:spcBef>
        <a:buFont typeface="Arial"/>
        <a:buNone/>
        <a:defRPr sz="2000" b="1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685800">
        <a:lnSpc>
          <a:spcPct val="100000"/>
        </a:lnSpc>
        <a:spcBef>
          <a:spcPts val="0"/>
        </a:spcBef>
        <a:buSzPct val="70000"/>
        <a:buFont typeface="Wingdings 2"/>
        <a:buNone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685800">
        <a:lnSpc>
          <a:spcPct val="100000"/>
        </a:lnSpc>
        <a:spcBef>
          <a:spcPts val="0"/>
        </a:spcBef>
        <a:buClr>
          <a:schemeClr val="accent1"/>
        </a:buClr>
        <a:buSzPct val="70000"/>
        <a:buFont typeface="Wingdings 2"/>
        <a:buChar char=""/>
        <a:defRPr sz="2000" b="1">
          <a:solidFill>
            <a:schemeClr val="accent1"/>
          </a:solidFill>
          <a:latin typeface="+mj-lt"/>
          <a:ea typeface="+mn-ea"/>
          <a:cs typeface="+mn-cs"/>
        </a:defRPr>
      </a:lvl3pPr>
      <a:lvl4pPr marL="468000" indent="-234000" algn="l" defTabSz="685800">
        <a:lnSpc>
          <a:spcPct val="100000"/>
        </a:lnSpc>
        <a:spcBef>
          <a:spcPts val="0"/>
        </a:spcBef>
        <a:buClr>
          <a:schemeClr val="accent1"/>
        </a:buClr>
        <a:buSzPct val="75000"/>
        <a:buFont typeface="Wingdings 2"/>
        <a:buChar char="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576000" indent="-118800" algn="l" defTabSz="685800">
        <a:lnSpc>
          <a:spcPct val="104000"/>
        </a:lnSpc>
        <a:spcBef>
          <a:spcPts val="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1974850" y="1534008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40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Datenbasierte Entscheidungsregeln</a:t>
            </a:r>
          </a:p>
          <a:p>
            <a:pPr algn="ctr">
              <a:defRPr/>
            </a:pPr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lang="de-DE" sz="16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  <a:endParaRPr lang="de-DE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r>
              <a:rPr lang="de-DE" sz="4000" b="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Weiterarbeiten mit einem zweiten Datensplit?</a:t>
            </a:r>
            <a:endParaRPr sz="40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pic>
        <p:nvPicPr>
          <p:cNvPr id="8" name="Grafik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007769" y="3970871"/>
            <a:ext cx="1529093" cy="1797102"/>
          </a:xfrm>
          <a:prstGeom prst="rect">
            <a:avLst/>
          </a:prstGeom>
        </p:spPr>
      </p:pic>
      <p:pic>
        <p:nvPicPr>
          <p:cNvPr id="9" name="Grafik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00057" y="4584625"/>
            <a:ext cx="1802145" cy="1730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Wo </a:t>
            </a:r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sollte</a:t>
            </a:r>
            <a:r>
              <a:rPr lang="en-GB" sz="2800" dirty="0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man den </a:t>
            </a:r>
            <a:r>
              <a:rPr lang="en-GB" sz="2800" dirty="0" err="1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Schwellenwert</a:t>
            </a:r>
            <a:r>
              <a:rPr lang="en-GB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lang="en-GB" sz="2800" dirty="0" err="1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setzen</a:t>
            </a:r>
            <a:r>
              <a:rPr lang="en-GB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?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2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8222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538660" y="2701912"/>
            <a:ext cx="283759" cy="50766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23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9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4680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03965" y="2691341"/>
            <a:ext cx="318223" cy="576588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39" y="2716200"/>
            <a:ext cx="1588800" cy="244117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794208" y="2675274"/>
            <a:ext cx="1697460" cy="2535476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054369" y="2687338"/>
            <a:ext cx="344408" cy="49210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9530835" y="2691341"/>
            <a:ext cx="1675862" cy="2514646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310438" y="2632554"/>
            <a:ext cx="339545" cy="512839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0779112" y="2682575"/>
            <a:ext cx="339545" cy="51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1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Auflösung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3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8222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538660" y="2701912"/>
            <a:ext cx="283759" cy="50766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23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9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4680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03965" y="2691341"/>
            <a:ext cx="318223" cy="576588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39" y="2716200"/>
            <a:ext cx="1588800" cy="244117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794208" y="2675274"/>
            <a:ext cx="1697460" cy="2535476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054369" y="2687338"/>
            <a:ext cx="344408" cy="49210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9530835" y="2691341"/>
            <a:ext cx="1675862" cy="2514646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310438" y="2632554"/>
            <a:ext cx="339545" cy="512839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0779112" y="2682575"/>
            <a:ext cx="339545" cy="512839"/>
          </a:xfrm>
          <a:prstGeom prst="rect">
            <a:avLst/>
          </a:prstGeom>
        </p:spPr>
      </p:pic>
      <p:cxnSp>
        <p:nvCxnSpPr>
          <p:cNvPr id="5" name="Gerader Verbinder 4"/>
          <p:cNvCxnSpPr/>
          <p:nvPr/>
        </p:nvCxnSpPr>
        <p:spPr>
          <a:xfrm flipV="1">
            <a:off x="5977275" y="2190466"/>
            <a:ext cx="6824" cy="3254992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5593302" y="5529104"/>
            <a:ext cx="95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 </a:t>
            </a:r>
            <a:r>
              <a:rPr lang="en-GB" dirty="0" err="1" smtClean="0"/>
              <a:t>Fehler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44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4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7260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29040" y="2701912"/>
            <a:ext cx="314460" cy="5625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1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718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94345" y="2691341"/>
            <a:ext cx="318223" cy="576588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72" y="2701459"/>
            <a:ext cx="1636310" cy="25141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727994" y="2701459"/>
            <a:ext cx="1697460" cy="25354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988155" y="2713523"/>
            <a:ext cx="344408" cy="4921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0464621" y="2717526"/>
            <a:ext cx="1675862" cy="2514646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6581769" y="2647298"/>
            <a:ext cx="339545" cy="51283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1712898" y="2708760"/>
            <a:ext cx="339545" cy="51283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27" y="2716200"/>
            <a:ext cx="1637432" cy="2506663"/>
          </a:xfrm>
          <a:prstGeom prst="rect">
            <a:avLst/>
          </a:prstGeom>
        </p:spPr>
      </p:pic>
      <p:pic>
        <p:nvPicPr>
          <p:cNvPr id="23" name="Grafik 2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80587" y="2665673"/>
            <a:ext cx="314460" cy="562586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599017" y="1366838"/>
            <a:ext cx="10991849" cy="1044000"/>
          </a:xfrm>
        </p:spPr>
        <p:txBody>
          <a:bodyPr/>
          <a:lstStyle/>
          <a:p>
            <a:r>
              <a:rPr lang="en-GB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Wo </a:t>
            </a:r>
            <a:r>
              <a:rPr lang="en-GB" sz="2800" dirty="0" err="1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sollte</a:t>
            </a:r>
            <a:r>
              <a:rPr lang="en-GB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man den </a:t>
            </a:r>
            <a:r>
              <a:rPr lang="en-GB" sz="2800" dirty="0" err="1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Schwellenwert</a:t>
            </a:r>
            <a:r>
              <a:rPr lang="en-GB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lang="en-GB" sz="2800" dirty="0" err="1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setzen</a:t>
            </a:r>
            <a:r>
              <a:rPr lang="en-GB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?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9033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5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7260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29040" y="2701912"/>
            <a:ext cx="314460" cy="5625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1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718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94345" y="2691341"/>
            <a:ext cx="318223" cy="576588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72" y="2701459"/>
            <a:ext cx="1636310" cy="25141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727994" y="2701459"/>
            <a:ext cx="1697460" cy="25354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988155" y="2713523"/>
            <a:ext cx="344408" cy="4921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0464621" y="2717526"/>
            <a:ext cx="1675862" cy="2514646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6581769" y="2647298"/>
            <a:ext cx="339545" cy="51283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1712898" y="2708760"/>
            <a:ext cx="339545" cy="51283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27" y="2716200"/>
            <a:ext cx="1637432" cy="2506663"/>
          </a:xfrm>
          <a:prstGeom prst="rect">
            <a:avLst/>
          </a:prstGeom>
        </p:spPr>
      </p:pic>
      <p:pic>
        <p:nvPicPr>
          <p:cNvPr id="23" name="Grafik 2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80587" y="2665673"/>
            <a:ext cx="314460" cy="562586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599017" y="1366838"/>
            <a:ext cx="10991849" cy="1044000"/>
          </a:xfrm>
        </p:spPr>
        <p:txBody>
          <a:bodyPr/>
          <a:lstStyle/>
          <a:p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Auflösung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cxnSp>
        <p:nvCxnSpPr>
          <p:cNvPr id="20" name="Gerader Verbinder 19"/>
          <p:cNvCxnSpPr/>
          <p:nvPr/>
        </p:nvCxnSpPr>
        <p:spPr>
          <a:xfrm flipV="1">
            <a:off x="3507208" y="2204113"/>
            <a:ext cx="6824" cy="3254992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3123235" y="5542751"/>
            <a:ext cx="95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 </a:t>
            </a:r>
            <a:r>
              <a:rPr lang="en-GB" dirty="0" err="1" smtClean="0"/>
              <a:t>Fehler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037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6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7260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29040" y="2701912"/>
            <a:ext cx="314460" cy="5625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1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718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94345" y="2691341"/>
            <a:ext cx="318223" cy="576588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72" y="2701459"/>
            <a:ext cx="1636310" cy="25141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727994" y="2701459"/>
            <a:ext cx="1697460" cy="25354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988155" y="2713523"/>
            <a:ext cx="344408" cy="4921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0464621" y="2717526"/>
            <a:ext cx="1675862" cy="2514646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6581769" y="2647298"/>
            <a:ext cx="339545" cy="51283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1712898" y="2708760"/>
            <a:ext cx="339545" cy="51283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27" y="2716200"/>
            <a:ext cx="1637432" cy="2506663"/>
          </a:xfrm>
          <a:prstGeom prst="rect">
            <a:avLst/>
          </a:prstGeom>
        </p:spPr>
      </p:pic>
      <p:pic>
        <p:nvPicPr>
          <p:cNvPr id="23" name="Grafik 2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80587" y="2665673"/>
            <a:ext cx="314460" cy="562586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599017" y="1366838"/>
            <a:ext cx="10991849" cy="1044000"/>
          </a:xfrm>
        </p:spPr>
        <p:txBody>
          <a:bodyPr/>
          <a:lstStyle/>
          <a:p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Auflösung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cxnSp>
        <p:nvCxnSpPr>
          <p:cNvPr id="20" name="Gerader Verbinder 19"/>
          <p:cNvCxnSpPr/>
          <p:nvPr/>
        </p:nvCxnSpPr>
        <p:spPr>
          <a:xfrm flipV="1">
            <a:off x="5206360" y="2204113"/>
            <a:ext cx="6824" cy="3254992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4822387" y="5542751"/>
            <a:ext cx="95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 </a:t>
            </a:r>
            <a:r>
              <a:rPr lang="en-GB" dirty="0" err="1" smtClean="0"/>
              <a:t>Fehler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94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7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7260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29040" y="2701912"/>
            <a:ext cx="314460" cy="5625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1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718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94345" y="2691341"/>
            <a:ext cx="318223" cy="576588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72" y="2701459"/>
            <a:ext cx="1636310" cy="25141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727994" y="2701459"/>
            <a:ext cx="1697460" cy="25354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988155" y="2713523"/>
            <a:ext cx="344408" cy="4921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0464621" y="2717526"/>
            <a:ext cx="1675862" cy="2514646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6581769" y="2647298"/>
            <a:ext cx="339545" cy="51283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1712898" y="2708760"/>
            <a:ext cx="339545" cy="51283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27" y="2716200"/>
            <a:ext cx="1637432" cy="2506663"/>
          </a:xfrm>
          <a:prstGeom prst="rect">
            <a:avLst/>
          </a:prstGeom>
        </p:spPr>
      </p:pic>
      <p:pic>
        <p:nvPicPr>
          <p:cNvPr id="23" name="Grafik 2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80587" y="2665673"/>
            <a:ext cx="314460" cy="562586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599017" y="1366838"/>
            <a:ext cx="10991849" cy="1044000"/>
          </a:xfrm>
        </p:spPr>
        <p:txBody>
          <a:bodyPr/>
          <a:lstStyle/>
          <a:p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Auflösung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cxnSp>
        <p:nvCxnSpPr>
          <p:cNvPr id="24" name="Gerader Verbinder 23"/>
          <p:cNvCxnSpPr/>
          <p:nvPr/>
        </p:nvCxnSpPr>
        <p:spPr>
          <a:xfrm flipV="1">
            <a:off x="7007870" y="2204113"/>
            <a:ext cx="6824" cy="3254992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6623897" y="5542751"/>
            <a:ext cx="95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 </a:t>
            </a:r>
            <a:r>
              <a:rPr lang="en-GB" dirty="0" err="1" smtClean="0"/>
              <a:t>Fehler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82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8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7260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29040" y="2701912"/>
            <a:ext cx="314460" cy="5625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1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718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94345" y="2691341"/>
            <a:ext cx="318223" cy="576588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72" y="2701459"/>
            <a:ext cx="1636310" cy="25141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727994" y="2701459"/>
            <a:ext cx="1697460" cy="25354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988155" y="2713523"/>
            <a:ext cx="344408" cy="4921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0464621" y="2717526"/>
            <a:ext cx="1675862" cy="2514646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6581769" y="2647298"/>
            <a:ext cx="339545" cy="51283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1712898" y="2708760"/>
            <a:ext cx="339545" cy="51283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27" y="2716200"/>
            <a:ext cx="1637432" cy="2506663"/>
          </a:xfrm>
          <a:prstGeom prst="rect">
            <a:avLst/>
          </a:prstGeom>
        </p:spPr>
      </p:pic>
      <p:pic>
        <p:nvPicPr>
          <p:cNvPr id="23" name="Grafik 2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80587" y="2665673"/>
            <a:ext cx="314460" cy="562586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599017" y="1366838"/>
            <a:ext cx="10991849" cy="1044000"/>
          </a:xfrm>
        </p:spPr>
        <p:txBody>
          <a:bodyPr/>
          <a:lstStyle/>
          <a:p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Auflösung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cxnSp>
        <p:nvCxnSpPr>
          <p:cNvPr id="20" name="Gerader Verbinder 19"/>
          <p:cNvCxnSpPr/>
          <p:nvPr/>
        </p:nvCxnSpPr>
        <p:spPr>
          <a:xfrm flipV="1">
            <a:off x="8727492" y="2204113"/>
            <a:ext cx="6824" cy="3254992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8343519" y="5542751"/>
            <a:ext cx="95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 </a:t>
            </a:r>
            <a:r>
              <a:rPr lang="en-GB" dirty="0" err="1" smtClean="0"/>
              <a:t>Fehler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908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C624C-2554-4659-A1D8-66347873820C}" type="slidenum">
              <a:rPr lang="de-DE" smtClean="0"/>
              <a:pPr/>
              <a:t>9</a:t>
            </a:fld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72603" y="2716200"/>
            <a:ext cx="1617186" cy="2465312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29040" y="2701912"/>
            <a:ext cx="314460" cy="56258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614" y="2697288"/>
            <a:ext cx="1612706" cy="248422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5" y="2701460"/>
            <a:ext cx="1642477" cy="2470655"/>
          </a:xfrm>
          <a:prstGeom prst="rect">
            <a:avLst/>
          </a:prstGeom>
        </p:spPr>
      </p:pic>
      <p:pic>
        <p:nvPicPr>
          <p:cNvPr id="11" name="Grafik 10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37184" y="2701459"/>
            <a:ext cx="318223" cy="576588"/>
          </a:xfrm>
          <a:prstGeom prst="rect">
            <a:avLst/>
          </a:prstGeom>
        </p:spPr>
      </p:pic>
      <p:pic>
        <p:nvPicPr>
          <p:cNvPr id="12" name="Grafik 11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342A137C-F2C1-4789-BB6C-F1B19583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94345" y="2691341"/>
            <a:ext cx="318223" cy="576588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72" y="2701459"/>
            <a:ext cx="1636310" cy="251417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9C877EF-3D70-4A12-B547-4F77586A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727994" y="2701459"/>
            <a:ext cx="1697460" cy="25354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962A4B0-1463-4B28-934D-A1C0BF84B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9988155" y="2713523"/>
            <a:ext cx="344408" cy="4921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D4692EB-CE7E-4689-B2BE-09031C5BD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0464621" y="2717526"/>
            <a:ext cx="1675862" cy="2514646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6581769" y="2647298"/>
            <a:ext cx="339545" cy="512839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1712898" y="2708760"/>
            <a:ext cx="339545" cy="51283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27" y="2716200"/>
            <a:ext cx="1637432" cy="2506663"/>
          </a:xfrm>
          <a:prstGeom prst="rect">
            <a:avLst/>
          </a:prstGeom>
        </p:spPr>
      </p:pic>
      <p:pic>
        <p:nvPicPr>
          <p:cNvPr id="23" name="Grafik 22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EA3A45E9-668D-425B-BB5A-589B27AB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280587" y="2665673"/>
            <a:ext cx="314460" cy="562586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599017" y="1366838"/>
            <a:ext cx="10991849" cy="1044000"/>
          </a:xfrm>
        </p:spPr>
        <p:txBody>
          <a:bodyPr/>
          <a:lstStyle/>
          <a:p>
            <a:r>
              <a:rPr lang="en-GB" sz="2800" dirty="0" err="1" smtClean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Auflösung</a:t>
            </a:r>
            <a:endParaRPr lang="en-GB" sz="28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cxnSp>
        <p:nvCxnSpPr>
          <p:cNvPr id="20" name="Gerader Verbinder 19"/>
          <p:cNvCxnSpPr/>
          <p:nvPr/>
        </p:nvCxnSpPr>
        <p:spPr>
          <a:xfrm flipV="1">
            <a:off x="10426643" y="2204113"/>
            <a:ext cx="6824" cy="3254992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10042670" y="5542751"/>
            <a:ext cx="95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 </a:t>
            </a:r>
            <a:r>
              <a:rPr lang="en-GB" dirty="0" err="1" smtClean="0"/>
              <a:t>Fehler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96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 MASTER UNIVERSITÄT PADERBORN">
  <a:themeElements>
    <a:clrScheme name="UNIVERSITÄT PADERBORN">
      <a:dk1>
        <a:srgbClr val="555555"/>
      </a:dk1>
      <a:lt1>
        <a:sysClr val="window" lastClr="FFFFFF"/>
      </a:lt1>
      <a:dk2>
        <a:srgbClr val="00205B"/>
      </a:dk2>
      <a:lt2>
        <a:srgbClr val="C7C9C7"/>
      </a:lt2>
      <a:accent1>
        <a:srgbClr val="18B0E2"/>
      </a:accent1>
      <a:accent2>
        <a:srgbClr val="D73367"/>
      </a:accent2>
      <a:accent3>
        <a:srgbClr val="007FB9"/>
      </a:accent3>
      <a:accent4>
        <a:srgbClr val="A4C424"/>
      </a:accent4>
      <a:accent5>
        <a:srgbClr val="F29512"/>
      </a:accent5>
      <a:accent6>
        <a:srgbClr val="A93983"/>
      </a:accent6>
      <a:hlink>
        <a:srgbClr val="555555"/>
      </a:hlink>
      <a:folHlink>
        <a:srgbClr val="555555"/>
      </a:folHlink>
    </a:clrScheme>
    <a:fontScheme name="UNIVERSITÄT PADERBORN">
      <a:majorFont>
        <a:latin typeface="Arial Narrow"/>
        <a:ea typeface="Arial"/>
        <a:cs typeface="Arial"/>
      </a:majorFont>
      <a:minorFont>
        <a:latin typeface="Arial Narrow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2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c262d9-137d-40b1-b289-87fe1ad40095">
      <Terms xmlns="http://schemas.microsoft.com/office/infopath/2007/PartnerControls"/>
    </lcf76f155ced4ddcb4097134ff3c332f>
    <TaxCatchAll xmlns="e5a49d80-0fad-4e68-b0d8-aafd2a49985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190374F48C78847B9AE293A636F6CD2" ma:contentTypeVersion="14" ma:contentTypeDescription="Ein neues Dokument erstellen." ma:contentTypeScope="" ma:versionID="96824b29f45fbae85c81ac3c66245231">
  <xsd:schema xmlns:xsd="http://www.w3.org/2001/XMLSchema" xmlns:xs="http://www.w3.org/2001/XMLSchema" xmlns:p="http://schemas.microsoft.com/office/2006/metadata/properties" xmlns:ns2="7dc262d9-137d-40b1-b289-87fe1ad40095" xmlns:ns3="e5a49d80-0fad-4e68-b0d8-aafd2a49985a" targetNamespace="http://schemas.microsoft.com/office/2006/metadata/properties" ma:root="true" ma:fieldsID="9e09d7cd268bef04a3f85a72220447e6" ns2:_="" ns3:_="">
    <xsd:import namespace="7dc262d9-137d-40b1-b289-87fe1ad40095"/>
    <xsd:import namespace="e5a49d80-0fad-4e68-b0d8-aafd2a499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262d9-137d-40b1-b289-87fe1ad40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67f88959-860b-4101-a89a-f09d3dcd5a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49d80-0fad-4e68-b0d8-aafd2a4998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ffcad43-9182-4290-b108-925942978a48}" ma:internalName="TaxCatchAll" ma:showField="CatchAllData" ma:web="e5a49d80-0fad-4e68-b0d8-aafd2a4998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9C495-6909-4EF1-8192-27AD92596F89}">
  <ds:schemaRefs>
    <ds:schemaRef ds:uri="http://schemas.microsoft.com/office/infopath/2007/PartnerControls"/>
    <ds:schemaRef ds:uri="http://schemas.microsoft.com/office/2006/metadata/properties"/>
    <ds:schemaRef ds:uri="e5a49d80-0fad-4e68-b0d8-aafd2a49985a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7dc262d9-137d-40b1-b289-87fe1ad4009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F812AA-7A73-425C-BD8A-9BED79AD4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262d9-137d-40b1-b289-87fe1ad40095"/>
    <ds:schemaRef ds:uri="e5a49d80-0fad-4e68-b0d8-aafd2a499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A40E9D-23CD-4A56-8017-F33F544834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</Words>
  <Application>Microsoft Office PowerPoint</Application>
  <PresentationFormat>Breitbild</PresentationFormat>
  <Paragraphs>30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Arial Narrow</vt:lpstr>
      <vt:lpstr>Calibri</vt:lpstr>
      <vt:lpstr>Wingdings 2</vt:lpstr>
      <vt:lpstr>POWERPOINT MASTER UNIVERSITÄT PADERBORN</vt:lpstr>
      <vt:lpstr>PowerPoint-Präsentation</vt:lpstr>
      <vt:lpstr>Wo sollte man den Schwellenwert setzen?</vt:lpstr>
      <vt:lpstr>Auflösung</vt:lpstr>
      <vt:lpstr>Wo sollte man den Schwellenwert setzen?</vt:lpstr>
      <vt:lpstr>Auflösung</vt:lpstr>
      <vt:lpstr>Auflösung</vt:lpstr>
      <vt:lpstr>Auflösung</vt:lpstr>
      <vt:lpstr>Auflösung</vt:lpstr>
      <vt:lpstr>Auflösung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Microsoft Office-Anwender;Birte Heinemann;Daniel Frischemeier</dc:creator>
  <cp:keywords/>
  <dc:description/>
  <cp:lastModifiedBy>Fleischer</cp:lastModifiedBy>
  <cp:revision>26</cp:revision>
  <dcterms:created xsi:type="dcterms:W3CDTF">2017-09-20T06:38:18Z</dcterms:created>
  <dcterms:modified xsi:type="dcterms:W3CDTF">2022-04-14T14:01:39Z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0x0101004190374F48C78847B9AE293A636F6CD2</vt:lpwstr>
  </property>
  <property fmtid="{D5CDD505-2E9C-101B-9397-08002B2CF9AE}" pid="3" name="MediaServiceImageTags">
    <vt:lpwstr/>
  </property>
</Properties>
</file>
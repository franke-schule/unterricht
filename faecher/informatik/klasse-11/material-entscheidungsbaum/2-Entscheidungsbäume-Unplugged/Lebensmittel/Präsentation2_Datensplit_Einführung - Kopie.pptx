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59" r:id="rId5"/>
    <p:sldId id="275" r:id="rId6"/>
    <p:sldId id="276" r:id="rId7"/>
    <p:sldId id="277" r:id="rId8"/>
    <p:sldId id="278" r:id="rId9"/>
    <p:sldId id="279" r:id="rId10"/>
    <p:sldId id="274" r:id="rId11"/>
  </p:sldIdLst>
  <p:sldSz cx="9144000" cy="6858000" type="screen4x3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581BE-F060-426D-B48E-7BFB496CFE45}" v="45" dt="2021-05-21T13:25:13.628"/>
    <p1510:client id="{BDE49E0A-AA06-4176-9B00-317DBC81F32B}" v="7" dt="2021-05-21T13:27:32.457"/>
    <p1510:client id="{DFCF5A4F-46EE-A2B8-A72A-DE271CBDB34A}" v="37" dt="2021-05-21T13:30:16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84" y="7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39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ik Fleischer" userId="S::yanflei@mail.uni-paderborn.de::118de0e1-790f-4d9a-ac78-8830d95f94eb" providerId="AD" clId="Web-{B49581BE-F060-426D-B48E-7BFB496CFE45}"/>
    <pc:docChg chg="addSld delSld modSld sldOrd">
      <pc:chgData name="Yannik Fleischer" userId="S::yanflei@mail.uni-paderborn.de::118de0e1-790f-4d9a-ac78-8830d95f94eb" providerId="AD" clId="Web-{B49581BE-F060-426D-B48E-7BFB496CFE45}" dt="2021-05-21T13:25:13.628" v="42"/>
      <pc:docMkLst>
        <pc:docMk/>
      </pc:docMkLst>
      <pc:sldChg chg="addSp delSp">
        <pc:chgData name="Yannik Fleischer" userId="S::yanflei@mail.uni-paderborn.de::118de0e1-790f-4d9a-ac78-8830d95f94eb" providerId="AD" clId="Web-{B49581BE-F060-426D-B48E-7BFB496CFE45}" dt="2021-05-21T13:22:28.484" v="3"/>
        <pc:sldMkLst>
          <pc:docMk/>
          <pc:sldMk cId="3906198807" sldId="266"/>
        </pc:sldMkLst>
        <pc:picChg chg="add del">
          <ac:chgData name="Yannik Fleischer" userId="S::yanflei@mail.uni-paderborn.de::118de0e1-790f-4d9a-ac78-8830d95f94eb" providerId="AD" clId="Web-{B49581BE-F060-426D-B48E-7BFB496CFE45}" dt="2021-05-21T13:22:28.484" v="3"/>
          <ac:picMkLst>
            <pc:docMk/>
            <pc:sldMk cId="3906198807" sldId="266"/>
            <ac:picMk id="18" creationId="{00000000-0000-0000-0000-000000000000}"/>
          </ac:picMkLst>
        </pc:picChg>
      </pc:sldChg>
      <pc:sldChg chg="modTransition">
        <pc:chgData name="Yannik Fleischer" userId="S::yanflei@mail.uni-paderborn.de::118de0e1-790f-4d9a-ac78-8830d95f94eb" providerId="AD" clId="Web-{B49581BE-F060-426D-B48E-7BFB496CFE45}" dt="2021-05-21T13:21:46.014" v="0"/>
        <pc:sldMkLst>
          <pc:docMk/>
          <pc:sldMk cId="471808990" sldId="269"/>
        </pc:sldMkLst>
      </pc:sldChg>
      <pc:sldChg chg="ord modTransition">
        <pc:chgData name="Yannik Fleischer" userId="S::yanflei@mail.uni-paderborn.de::118de0e1-790f-4d9a-ac78-8830d95f94eb" providerId="AD" clId="Web-{B49581BE-F060-426D-B48E-7BFB496CFE45}" dt="2021-05-21T13:25:13.628" v="42"/>
        <pc:sldMkLst>
          <pc:docMk/>
          <pc:sldMk cId="3589799662" sldId="270"/>
        </pc:sldMkLst>
      </pc:sldChg>
      <pc:sldChg chg="add del replId">
        <pc:chgData name="Yannik Fleischer" userId="S::yanflei@mail.uni-paderborn.de::118de0e1-790f-4d9a-ac78-8830d95f94eb" providerId="AD" clId="Web-{B49581BE-F060-426D-B48E-7BFB496CFE45}" dt="2021-05-21T13:22:44.750" v="5"/>
        <pc:sldMkLst>
          <pc:docMk/>
          <pc:sldMk cId="2797814740" sldId="271"/>
        </pc:sldMkLst>
      </pc:sldChg>
      <pc:sldChg chg="modSp add replId modTransition">
        <pc:chgData name="Yannik Fleischer" userId="S::yanflei@mail.uni-paderborn.de::118de0e1-790f-4d9a-ac78-8830d95f94eb" providerId="AD" clId="Web-{B49581BE-F060-426D-B48E-7BFB496CFE45}" dt="2021-05-21T13:24:54.597" v="41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B49581BE-F060-426D-B48E-7BFB496CFE45}" dt="2021-05-21T13:24:48.550" v="34" actId="1076"/>
          <ac:spMkLst>
            <pc:docMk/>
            <pc:sldMk cId="2874438629" sldId="271"/>
            <ac:spMk id="6" creationId="{00000000-0000-0000-0000-000000000000}"/>
          </ac:spMkLst>
        </pc:spChg>
        <pc:picChg chg="mod">
          <ac:chgData name="Yannik Fleischer" userId="S::yanflei@mail.uni-paderborn.de::118de0e1-790f-4d9a-ac78-8830d95f94eb" providerId="AD" clId="Web-{B49581BE-F060-426D-B48E-7BFB496CFE45}" dt="2021-05-21T13:24:48.659" v="40" actId="1076"/>
          <ac:picMkLst>
            <pc:docMk/>
            <pc:sldMk cId="2874438629" sldId="271"/>
            <ac:picMk id="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12" v="22" actId="1076"/>
          <ac:picMkLst>
            <pc:docMk/>
            <pc:sldMk cId="2874438629" sldId="271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59" v="25" actId="1076"/>
          <ac:picMkLst>
            <pc:docMk/>
            <pc:sldMk cId="2874438629" sldId="271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27" v="23" actId="1076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43" v="39" actId="1076"/>
          <ac:picMkLst>
            <pc:docMk/>
            <pc:sldMk cId="2874438629" sldId="271"/>
            <ac:picMk id="12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096" v="21" actId="1076"/>
          <ac:picMkLst>
            <pc:docMk/>
            <pc:sldMk cId="2874438629" sldId="271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5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12" v="37" actId="1076"/>
          <ac:picMkLst>
            <pc:docMk/>
            <pc:sldMk cId="2874438629" sldId="271"/>
            <ac:picMk id="16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43" v="24" actId="1076"/>
          <ac:picMkLst>
            <pc:docMk/>
            <pc:sldMk cId="2874438629" sldId="271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74" v="26" actId="1076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28" v="38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6" actId="1076"/>
          <ac:picMkLst>
            <pc:docMk/>
            <pc:sldMk cId="2874438629" sldId="271"/>
            <ac:picMk id="21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BDE49E0A-AA06-4176-9B00-317DBC81F32B}"/>
    <pc:docChg chg="addSld modSld sldOrd">
      <pc:chgData name="Yannik Fleischer" userId="S::yanflei@mail.uni-paderborn.de::118de0e1-790f-4d9a-ac78-8830d95f94eb" providerId="AD" clId="Web-{BDE49E0A-AA06-4176-9B00-317DBC81F32B}" dt="2021-05-21T13:27:32.457" v="6"/>
      <pc:docMkLst>
        <pc:docMk/>
      </pc:docMkLst>
      <pc:sldChg chg="ord">
        <pc:chgData name="Yannik Fleischer" userId="S::yanflei@mail.uni-paderborn.de::118de0e1-790f-4d9a-ac78-8830d95f94eb" providerId="AD" clId="Web-{BDE49E0A-AA06-4176-9B00-317DBC81F32B}" dt="2021-05-21T13:26:05.409" v="0"/>
        <pc:sldMkLst>
          <pc:docMk/>
          <pc:sldMk cId="2874438629" sldId="271"/>
        </pc:sldMkLst>
      </pc:sldChg>
      <pc:sldChg chg="addSp modSp add replId">
        <pc:chgData name="Yannik Fleischer" userId="S::yanflei@mail.uni-paderborn.de::118de0e1-790f-4d9a-ac78-8830d95f94eb" providerId="AD" clId="Web-{BDE49E0A-AA06-4176-9B00-317DBC81F32B}" dt="2021-05-21T13:27:32.457" v="6"/>
        <pc:sldMkLst>
          <pc:docMk/>
          <pc:sldMk cId="3656514412" sldId="272"/>
        </pc:sldMkLst>
        <pc:spChg chg="add">
          <ac:chgData name="Yannik Fleischer" userId="S::yanflei@mail.uni-paderborn.de::118de0e1-790f-4d9a-ac78-8830d95f94eb" providerId="AD" clId="Web-{BDE49E0A-AA06-4176-9B00-317DBC81F32B}" dt="2021-05-21T13:27:32.457" v="6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BDE49E0A-AA06-4176-9B00-317DBC81F32B}" dt="2021-05-21T13:27:10.613" v="4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72" v="2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88" v="3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7:10.629" v="5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DFCF5A4F-46EE-A2B8-A72A-DE271CBDB34A}"/>
    <pc:docChg chg="delSld modSld">
      <pc:chgData name="Yannik Fleischer" userId="S::yanflei@mail.uni-paderborn.de::118de0e1-790f-4d9a-ac78-8830d95f94eb" providerId="AD" clId="Web-{DFCF5A4F-46EE-A2B8-A72A-DE271CBDB34A}" dt="2021-05-21T13:30:16.014" v="33"/>
      <pc:docMkLst>
        <pc:docMk/>
      </pc:docMkLst>
      <pc:sldChg chg="del">
        <pc:chgData name="Yannik Fleischer" userId="S::yanflei@mail.uni-paderborn.de::118de0e1-790f-4d9a-ac78-8830d95f94eb" providerId="AD" clId="Web-{DFCF5A4F-46EE-A2B8-A72A-DE271CBDB34A}" dt="2021-05-21T13:30:16.014" v="33"/>
        <pc:sldMkLst>
          <pc:docMk/>
          <pc:sldMk cId="3589799662" sldId="270"/>
        </pc:sldMkLst>
      </pc:sldChg>
      <pc:sldChg chg="addSp delSp modSp">
        <pc:chgData name="Yannik Fleischer" userId="S::yanflei@mail.uni-paderborn.de::118de0e1-790f-4d9a-ac78-8830d95f94eb" providerId="AD" clId="Web-{DFCF5A4F-46EE-A2B8-A72A-DE271CBDB34A}" dt="2021-05-21T13:29:50.576" v="31" actId="1076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DFCF5A4F-46EE-A2B8-A72A-DE271CBDB34A}" dt="2021-05-21T13:29:50.482" v="25" actId="1076"/>
          <ac:spMkLst>
            <pc:docMk/>
            <pc:sldMk cId="2874438629" sldId="271"/>
            <ac:spMk id="6" creationId="{00000000-0000-0000-0000-000000000000}"/>
          </ac:spMkLst>
        </pc:spChg>
        <pc:picChg chg="add">
          <ac:chgData name="Yannik Fleischer" userId="S::yanflei@mail.uni-paderborn.de::118de0e1-790f-4d9a-ac78-8830d95f94eb" providerId="AD" clId="Web-{DFCF5A4F-46EE-A2B8-A72A-DE271CBDB34A}" dt="2021-05-21T13:29:45.669" v="19"/>
          <ac:picMkLst>
            <pc:docMk/>
            <pc:sldMk cId="2874438629" sldId="271"/>
            <ac:picMk id="2" creationId="{D9BAC289-3AD7-4027-9C76-0851042EADDF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9" actId="1076"/>
          <ac:picMkLst>
            <pc:docMk/>
            <pc:sldMk cId="2874438629" sldId="271"/>
            <ac:picMk id="3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5"/>
          <ac:picMkLst>
            <pc:docMk/>
            <pc:sldMk cId="2874438629" sldId="271"/>
            <ac:picMk id="4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00" v="20"/>
          <ac:picMkLst>
            <pc:docMk/>
            <pc:sldMk cId="2874438629" sldId="271"/>
            <ac:picMk id="5" creationId="{9D5B4DCA-F295-4651-9279-1A117B5713C6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1"/>
          <ac:picMkLst>
            <pc:docMk/>
            <pc:sldMk cId="2874438629" sldId="271"/>
            <ac:picMk id="7" creationId="{3D0E0798-B3DA-4684-9EA3-DC185242D758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2"/>
          <ac:picMkLst>
            <pc:docMk/>
            <pc:sldMk cId="2874438629" sldId="271"/>
            <ac:picMk id="8" creationId="{A9852173-16B2-47D6-A303-E7AECDC1C5A5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47" v="23"/>
          <ac:picMkLst>
            <pc:docMk/>
            <pc:sldMk cId="2874438629" sldId="271"/>
            <ac:picMk id="9" creationId="{C50434FE-7340-4066-91A5-CC4CD6BB094B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8"/>
          <ac:picMkLst>
            <pc:docMk/>
            <pc:sldMk cId="2874438629" sldId="271"/>
            <ac:picMk id="10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7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8" actId="1076"/>
          <ac:picMkLst>
            <pc:docMk/>
            <pc:sldMk cId="2874438629" sldId="271"/>
            <ac:picMk id="12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6"/>
          <ac:picMkLst>
            <pc:docMk/>
            <pc:sldMk cId="2874438629" sldId="271"/>
            <ac:picMk id="13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63" v="24"/>
          <ac:picMkLst>
            <pc:docMk/>
            <pc:sldMk cId="2874438629" sldId="271"/>
            <ac:picMk id="14" creationId="{63F71FF4-B85C-47A1-9218-55233D8CE6C4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497" v="26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13" v="27" actId="1076"/>
          <ac:picMkLst>
            <pc:docMk/>
            <pc:sldMk cId="2874438629" sldId="271"/>
            <ac:picMk id="16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4"/>
          <ac:picMkLst>
            <pc:docMk/>
            <pc:sldMk cId="2874438629" sldId="271"/>
            <ac:picMk id="18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3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60" v="30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76" v="31" actId="1076"/>
          <ac:picMkLst>
            <pc:docMk/>
            <pc:sldMk cId="2874438629" sldId="271"/>
            <ac:picMk id="21" creationId="{00000000-0000-0000-0000-000000000000}"/>
          </ac:picMkLst>
        </pc:picChg>
      </pc:sldChg>
      <pc:sldChg chg="delSp modSp del">
        <pc:chgData name="Yannik Fleischer" userId="S::yanflei@mail.uni-paderborn.de::118de0e1-790f-4d9a-ac78-8830d95f94eb" providerId="AD" clId="Web-{DFCF5A4F-46EE-A2B8-A72A-DE271CBDB34A}" dt="2021-05-21T13:29:54.576" v="32"/>
        <pc:sldMkLst>
          <pc:docMk/>
          <pc:sldMk cId="3656514412" sldId="272"/>
        </pc:sldMkLst>
        <pc:spChg chg="del">
          <ac:chgData name="Yannik Fleischer" userId="S::yanflei@mail.uni-paderborn.de::118de0e1-790f-4d9a-ac78-8830d95f94eb" providerId="AD" clId="Web-{DFCF5A4F-46EE-A2B8-A72A-DE271CBDB34A}" dt="2021-05-21T13:28:13.589" v="0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DFCF5A4F-46EE-A2B8-A72A-DE271CBDB34A}" dt="2021-05-21T13:29:19.356" v="10" actId="1076"/>
          <ac:picMkLst>
            <pc:docMk/>
            <pc:sldMk cId="3656514412" sldId="272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09" v="7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25" v="8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56" v="9" actId="1076"/>
          <ac:picMkLst>
            <pc:docMk/>
            <pc:sldMk cId="3656514412" sldId="272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72" v="11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87" v="12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5699A-864A-4E3D-B2F2-65453D402EF0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2D76B-7B28-4EEE-A001-BCF156A7E4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19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Anhand</a:t>
            </a:r>
            <a:r>
              <a:rPr lang="en-GB" dirty="0" smtClean="0"/>
              <a:t> </a:t>
            </a:r>
            <a:r>
              <a:rPr lang="en-GB" dirty="0" err="1" smtClean="0"/>
              <a:t>dieser</a:t>
            </a:r>
            <a:r>
              <a:rPr lang="en-GB" dirty="0" smtClean="0"/>
              <a:t> </a:t>
            </a:r>
            <a:r>
              <a:rPr lang="en-GB" dirty="0" err="1" smtClean="0"/>
              <a:t>Präsentation</a:t>
            </a:r>
            <a:r>
              <a:rPr lang="en-GB" dirty="0" smtClean="0"/>
              <a:t> </a:t>
            </a:r>
            <a:r>
              <a:rPr lang="en-GB" dirty="0" err="1" smtClean="0"/>
              <a:t>kann</a:t>
            </a:r>
            <a:r>
              <a:rPr lang="en-GB" dirty="0" smtClean="0"/>
              <a:t> </a:t>
            </a:r>
            <a:r>
              <a:rPr lang="en-GB" dirty="0" err="1" smtClean="0"/>
              <a:t>mit</a:t>
            </a:r>
            <a:r>
              <a:rPr lang="en-GB" dirty="0" smtClean="0"/>
              <a:t> </a:t>
            </a:r>
            <a:r>
              <a:rPr lang="en-GB" dirty="0" err="1" smtClean="0"/>
              <a:t>Schülerinnen</a:t>
            </a:r>
            <a:r>
              <a:rPr lang="en-GB" baseline="0" dirty="0" smtClean="0"/>
              <a:t> und </a:t>
            </a:r>
            <a:r>
              <a:rPr lang="en-GB" baseline="0" dirty="0" err="1" smtClean="0"/>
              <a:t>Schülern</a:t>
            </a:r>
            <a:r>
              <a:rPr lang="en-GB" dirty="0" smtClean="0"/>
              <a:t> </a:t>
            </a:r>
            <a:r>
              <a:rPr lang="en-GB" dirty="0" err="1" smtClean="0"/>
              <a:t>eingeführt</a:t>
            </a:r>
            <a:r>
              <a:rPr lang="en-GB" dirty="0" smtClean="0"/>
              <a:t> </a:t>
            </a:r>
            <a:r>
              <a:rPr lang="en-GB" dirty="0" err="1" smtClean="0"/>
              <a:t>werden</a:t>
            </a:r>
            <a:r>
              <a:rPr lang="en-GB" dirty="0" smtClean="0"/>
              <a:t>, </a:t>
            </a:r>
            <a:r>
              <a:rPr lang="en-GB" dirty="0" err="1" smtClean="0"/>
              <a:t>wie</a:t>
            </a:r>
            <a:r>
              <a:rPr lang="en-GB" dirty="0" smtClean="0"/>
              <a:t> man </a:t>
            </a:r>
            <a:r>
              <a:rPr lang="en-GB" dirty="0" err="1" smtClean="0"/>
              <a:t>eine</a:t>
            </a:r>
            <a:r>
              <a:rPr lang="en-GB" dirty="0" smtClean="0"/>
              <a:t> </a:t>
            </a:r>
            <a:r>
              <a:rPr lang="en-GB" dirty="0" err="1" smtClean="0"/>
              <a:t>datenbasierte</a:t>
            </a:r>
            <a:r>
              <a:rPr lang="en-GB" dirty="0" smtClean="0"/>
              <a:t> </a:t>
            </a:r>
            <a:r>
              <a:rPr lang="en-GB" dirty="0" err="1" smtClean="0"/>
              <a:t>Entscheidungsregel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aufstellt</a:t>
            </a:r>
            <a:r>
              <a:rPr lang="en-GB" baseline="0" dirty="0" smtClean="0"/>
              <a:t> und</a:t>
            </a:r>
            <a:r>
              <a:rPr lang="en-GB" dirty="0" smtClean="0"/>
              <a:t> </a:t>
            </a:r>
            <a:r>
              <a:rPr lang="en-GB" dirty="0" err="1" smtClean="0"/>
              <a:t>welche</a:t>
            </a:r>
            <a:r>
              <a:rPr lang="en-GB" dirty="0" smtClean="0"/>
              <a:t> </a:t>
            </a:r>
            <a:r>
              <a:rPr lang="en-GB" dirty="0" err="1" smtClean="0"/>
              <a:t>Zielstellung</a:t>
            </a:r>
            <a:r>
              <a:rPr lang="en-GB" dirty="0" smtClean="0"/>
              <a:t> </a:t>
            </a:r>
            <a:r>
              <a:rPr lang="en-GB" dirty="0" err="1" smtClean="0"/>
              <a:t>dabei</a:t>
            </a:r>
            <a:r>
              <a:rPr lang="en-GB" dirty="0" smtClean="0"/>
              <a:t> </a:t>
            </a:r>
            <a:r>
              <a:rPr lang="en-GB" dirty="0" err="1" smtClean="0"/>
              <a:t>v</a:t>
            </a:r>
            <a:r>
              <a:rPr lang="en-GB" baseline="0" dirty="0" err="1" smtClean="0"/>
              <a:t>erfolgt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wird</a:t>
            </a:r>
            <a:r>
              <a:rPr lang="en-GB" baseline="0" dirty="0" smtClean="0"/>
              <a:t>. Man </a:t>
            </a:r>
            <a:r>
              <a:rPr lang="en-GB" baseline="0" dirty="0" err="1" smtClean="0"/>
              <a:t>möchte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möglichst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eine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Entscheidungsregel</a:t>
            </a:r>
            <a:r>
              <a:rPr lang="en-GB" baseline="0" dirty="0" smtClean="0"/>
              <a:t> </a:t>
            </a:r>
            <a:r>
              <a:rPr lang="en-GB" baseline="0" dirty="0" err="1" smtClean="0"/>
              <a:t>finden</a:t>
            </a:r>
            <a:r>
              <a:rPr lang="en-GB" baseline="0" dirty="0" smtClean="0"/>
              <a:t>, die </a:t>
            </a:r>
            <a:r>
              <a:rPr lang="en-GB" baseline="0" dirty="0" err="1" smtClean="0"/>
              <a:t>alle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Datenkarten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richtig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klassifiziert</a:t>
            </a:r>
            <a:r>
              <a:rPr lang="en-GB" baseline="0" dirty="0" smtClean="0"/>
              <a:t>. Das </a:t>
            </a:r>
            <a:r>
              <a:rPr lang="en-GB" baseline="0" dirty="0" err="1" smtClean="0"/>
              <a:t>ist</a:t>
            </a:r>
            <a:r>
              <a:rPr lang="en-GB" baseline="0" dirty="0" smtClean="0"/>
              <a:t> die </a:t>
            </a:r>
            <a:r>
              <a:rPr lang="en-GB" baseline="0" dirty="0" err="1" smtClean="0"/>
              <a:t>Optimalvorstellung</a:t>
            </a:r>
            <a:r>
              <a:rPr lang="en-GB" baseline="0" dirty="0" smtClean="0"/>
              <a:t>, die in der Praxis </a:t>
            </a:r>
            <a:r>
              <a:rPr lang="en-GB" baseline="0" dirty="0" err="1" smtClean="0"/>
              <a:t>normalerweise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nicht</a:t>
            </a:r>
            <a:r>
              <a:rPr lang="en-GB" baseline="0" dirty="0" smtClean="0"/>
              <a:t> so </a:t>
            </a:r>
            <a:r>
              <a:rPr lang="en-GB" baseline="0" dirty="0" err="1" smtClean="0"/>
              <a:t>einfach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erreicht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wird</a:t>
            </a:r>
            <a:r>
              <a:rPr lang="en-GB" baseline="0" dirty="0" smtClean="0"/>
              <a:t>, </a:t>
            </a:r>
            <a:r>
              <a:rPr lang="en-GB" baseline="0" dirty="0" err="1" smtClean="0"/>
              <a:t>sodass</a:t>
            </a:r>
            <a:r>
              <a:rPr lang="en-GB" baseline="0" dirty="0" smtClean="0"/>
              <a:t> man </a:t>
            </a:r>
            <a:r>
              <a:rPr lang="en-GB" baseline="0" dirty="0" err="1" smtClean="0"/>
              <a:t>versucht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mit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einer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Entscheidungregel</a:t>
            </a:r>
            <a:r>
              <a:rPr lang="en-GB" baseline="0" dirty="0" smtClean="0"/>
              <a:t> </a:t>
            </a:r>
            <a:r>
              <a:rPr lang="en-GB" baseline="0" dirty="0" err="1" smtClean="0"/>
              <a:t>möglichst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wenig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Karten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falsch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zu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klassifizieren</a:t>
            </a:r>
            <a:r>
              <a:rPr lang="en-GB" baseline="0" dirty="0" smtClean="0"/>
              <a:t>.</a:t>
            </a:r>
          </a:p>
          <a:p>
            <a:endParaRPr lang="en-GB" baseline="0" dirty="0" smtClean="0"/>
          </a:p>
          <a:p>
            <a:endParaRPr lang="en-GB" baseline="0" dirty="0" smtClean="0"/>
          </a:p>
          <a:p>
            <a:r>
              <a:rPr lang="en-GB" baseline="0" dirty="0" err="1" smtClean="0"/>
              <a:t>Achtung</a:t>
            </a:r>
            <a:r>
              <a:rPr lang="en-GB" baseline="0" dirty="0" smtClean="0"/>
              <a:t>: </a:t>
            </a:r>
            <a:r>
              <a:rPr lang="en-GB" baseline="0" dirty="0" err="1" smtClean="0"/>
              <a:t>Diese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Präsentation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ist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animiert</a:t>
            </a:r>
            <a:r>
              <a:rPr lang="en-GB" baseline="0" smtClean="0"/>
              <a:t>!</a:t>
            </a:r>
            <a:endParaRPr lang="en-GB" smtClean="0"/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27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Kleiner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Ausschnitt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aus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dem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Datensatz</a:t>
            </a:r>
            <a:r>
              <a:rPr lang="en-GB" baseline="0" dirty="0" smtClean="0"/>
              <a:t>, um das </a:t>
            </a:r>
            <a:r>
              <a:rPr lang="en-GB" baseline="0" dirty="0" err="1" smtClean="0"/>
              <a:t>Konzept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Datensplit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zu</a:t>
            </a:r>
            <a:r>
              <a:rPr lang="en-GB" baseline="0" dirty="0" smtClean="0"/>
              <a:t> </a:t>
            </a:r>
            <a:r>
              <a:rPr lang="en-GB" baseline="0" dirty="0" err="1" smtClean="0"/>
              <a:t>veranschaulichen</a:t>
            </a:r>
            <a:r>
              <a:rPr lang="en-GB" baseline="0" dirty="0" smtClean="0"/>
              <a:t> und die </a:t>
            </a:r>
            <a:r>
              <a:rPr lang="en-GB" baseline="0" dirty="0" err="1" smtClean="0"/>
              <a:t>Zielstellung</a:t>
            </a:r>
            <a:r>
              <a:rPr lang="en-GB" baseline="0" dirty="0" smtClean="0"/>
              <a:t> </a:t>
            </a:r>
            <a:r>
              <a:rPr lang="en-GB" baseline="0" dirty="0" err="1" smtClean="0"/>
              <a:t>beim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Erstellen</a:t>
            </a:r>
            <a:r>
              <a:rPr lang="en-GB" baseline="0" dirty="0" smtClean="0"/>
              <a:t> von </a:t>
            </a:r>
            <a:r>
              <a:rPr lang="en-GB" baseline="0" dirty="0" err="1" smtClean="0"/>
              <a:t>Entscheidungsregeln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zu</a:t>
            </a:r>
            <a:r>
              <a:rPr lang="en-GB" baseline="0" dirty="0" smtClean="0"/>
              <a:t> </a:t>
            </a:r>
            <a:r>
              <a:rPr lang="en-GB" baseline="0" dirty="0" err="1" smtClean="0"/>
              <a:t>verdeutlichen</a:t>
            </a:r>
            <a:r>
              <a:rPr lang="en-GB" baseline="0" dirty="0" smtClean="0"/>
              <a:t>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722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Hier</a:t>
            </a:r>
            <a:r>
              <a:rPr lang="en-GB" dirty="0" smtClean="0"/>
              <a:t> </a:t>
            </a:r>
            <a:r>
              <a:rPr lang="en-GB" dirty="0" err="1" smtClean="0"/>
              <a:t>wird</a:t>
            </a:r>
            <a:r>
              <a:rPr lang="en-GB" dirty="0" smtClean="0"/>
              <a:t> die </a:t>
            </a:r>
            <a:r>
              <a:rPr lang="en-GB" dirty="0" err="1" smtClean="0"/>
              <a:t>Vorgehensweise</a:t>
            </a:r>
            <a:r>
              <a:rPr lang="en-GB" dirty="0" smtClean="0"/>
              <a:t> </a:t>
            </a:r>
            <a:r>
              <a:rPr lang="en-GB" dirty="0" err="1" smtClean="0"/>
              <a:t>beim</a:t>
            </a:r>
            <a:r>
              <a:rPr lang="en-GB" dirty="0" smtClean="0"/>
              <a:t> </a:t>
            </a:r>
            <a:r>
              <a:rPr lang="en-GB" dirty="0" err="1" smtClean="0"/>
              <a:t>Suchen</a:t>
            </a:r>
            <a:r>
              <a:rPr lang="en-GB" dirty="0" smtClean="0"/>
              <a:t> von </a:t>
            </a:r>
            <a:r>
              <a:rPr lang="en-GB" dirty="0" err="1" smtClean="0"/>
              <a:t>Datensplits</a:t>
            </a:r>
            <a:r>
              <a:rPr lang="en-GB" dirty="0" smtClean="0"/>
              <a:t> </a:t>
            </a:r>
            <a:r>
              <a:rPr lang="en-GB" dirty="0" err="1" smtClean="0"/>
              <a:t>veranschaulicht</a:t>
            </a:r>
            <a:r>
              <a:rPr lang="en-GB" dirty="0" smtClean="0"/>
              <a:t>:</a:t>
            </a:r>
          </a:p>
          <a:p>
            <a:endParaRPr lang="en-GB" dirty="0" smtClean="0"/>
          </a:p>
          <a:p>
            <a:pPr marL="228600" indent="-228600">
              <a:buAutoNum type="arabicPeriod"/>
            </a:pPr>
            <a:r>
              <a:rPr lang="en-GB" baseline="0" dirty="0" err="1" smtClean="0"/>
              <a:t>Sortieren</a:t>
            </a:r>
            <a:endParaRPr lang="en-GB" baseline="0" dirty="0" smtClean="0"/>
          </a:p>
          <a:p>
            <a:pPr marL="228600" indent="-228600">
              <a:buAutoNum type="arabicPeriod"/>
            </a:pPr>
            <a:r>
              <a:rPr lang="en-GB" baseline="0" dirty="0" err="1" smtClean="0"/>
              <a:t>Schwellenwert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suchen</a:t>
            </a:r>
            <a:r>
              <a:rPr lang="en-GB" baseline="0" dirty="0" smtClean="0"/>
              <a:t> </a:t>
            </a:r>
          </a:p>
          <a:p>
            <a:pPr marL="228600" indent="-228600">
              <a:buAutoNum type="arabicPeriod"/>
            </a:pPr>
            <a:r>
              <a:rPr lang="en-GB" baseline="0" dirty="0" err="1" smtClean="0"/>
              <a:t>Datensatz</a:t>
            </a:r>
            <a:r>
              <a:rPr lang="en-GB" baseline="0" dirty="0" smtClean="0"/>
              <a:t> in </a:t>
            </a:r>
            <a:r>
              <a:rPr lang="en-GB" baseline="0" dirty="0" err="1" smtClean="0"/>
              <a:t>zwei</a:t>
            </a:r>
            <a:r>
              <a:rPr lang="en-GB" baseline="0" dirty="0" smtClean="0"/>
              <a:t> </a:t>
            </a:r>
            <a:r>
              <a:rPr lang="en-GB" baseline="0" dirty="0" err="1" smtClean="0"/>
              <a:t>Teildatensätze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splitten</a:t>
            </a:r>
            <a:endParaRPr lang="en-GB" baseline="0" dirty="0" smtClean="0"/>
          </a:p>
          <a:p>
            <a:pPr marL="228600" indent="-228600">
              <a:buAutoNum type="arabicPeriod"/>
            </a:pPr>
            <a:r>
              <a:rPr lang="en-GB" baseline="0" dirty="0" err="1" smtClean="0"/>
              <a:t>Mehrheitsentscheidung</a:t>
            </a:r>
            <a:r>
              <a:rPr lang="en-GB" baseline="0" dirty="0" smtClean="0"/>
              <a:t> auf </a:t>
            </a:r>
            <a:r>
              <a:rPr lang="en-GB" baseline="0" dirty="0" err="1" smtClean="0"/>
              <a:t>beiden</a:t>
            </a:r>
            <a:r>
              <a:rPr lang="en-GB" baseline="0" dirty="0" smtClean="0"/>
              <a:t> Seiten </a:t>
            </a:r>
            <a:r>
              <a:rPr lang="en-GB" baseline="0" dirty="0" err="1" smtClean="0"/>
              <a:t>treffen</a:t>
            </a:r>
            <a:endParaRPr lang="en-GB" baseline="0" dirty="0" smtClean="0"/>
          </a:p>
          <a:p>
            <a:pPr marL="228600" indent="-228600">
              <a:buAutoNum type="arabicPeriod"/>
            </a:pPr>
            <a:r>
              <a:rPr lang="en-GB" baseline="0" dirty="0" err="1" smtClean="0"/>
              <a:t>Anzahl</a:t>
            </a:r>
            <a:r>
              <a:rPr lang="en-GB" baseline="0" dirty="0" smtClean="0"/>
              <a:t> der </a:t>
            </a:r>
            <a:r>
              <a:rPr lang="en-GB" baseline="0" dirty="0" err="1" smtClean="0"/>
              <a:t>falschen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Klassifikationen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auswerten</a:t>
            </a:r>
            <a:r>
              <a:rPr lang="en-GB" baseline="0" dirty="0" smtClean="0"/>
              <a:t> (</a:t>
            </a:r>
            <a:r>
              <a:rPr lang="en-GB" baseline="0" dirty="0" err="1" smtClean="0"/>
              <a:t>hier</a:t>
            </a:r>
            <a:r>
              <a:rPr lang="en-GB" baseline="0" dirty="0" smtClean="0"/>
              <a:t>: 0)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0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49261" y="476146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3636000"/>
            <a:ext cx="504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6320350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191562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3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4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5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6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7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8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9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2" name="Grafik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3" name="Grafik 7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952000"/>
            <a:ext cx="468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4289346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drei 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6320350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4191562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0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  <p:pic>
        <p:nvPicPr>
          <p:cNvPr id="25" name="Picture 2" descr="https://lh3.googleusercontent.com/G4N8FKjYiADz5DL6jVPI4OIbcBmj5PR-LCjV1nSCms7Z8pvnOEqXI7XT15QbA-uj7OEcX318D0E9nBwmWgMxVzvnYrbHAGGqtmgFzazoqiP2FLOX0ajW9EEL9GoD-HynIsjku10lCP0"/>
          <p:cNvPicPr>
            <a:picLocks noChangeAspect="1" noChangeArrowheads="1"/>
          </p:cNvPicPr>
          <p:nvPr userDrawn="1"/>
        </p:nvPicPr>
        <p:blipFill>
          <a:blip r:embed="rId6"/>
          <a:stretch/>
        </p:blipFill>
        <p:spPr bwMode="auto">
          <a:xfrm>
            <a:off x="2966064" y="653080"/>
            <a:ext cx="1465893" cy="549871"/>
          </a:xfrm>
          <a:prstGeom prst="rect">
            <a:avLst/>
          </a:prstGeom>
          <a:noFill/>
        </p:spPr>
      </p:pic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268000"/>
            <a:ext cx="450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br>
              <a:rPr lang="de-DE"/>
            </a:br>
            <a:r>
              <a:rPr lang="de-DE"/>
              <a:t>als Zweizeiler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2091629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558651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ganzen vier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5449535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Präsentationstitel</a:t>
            </a:r>
            <a:endParaRPr/>
          </a:p>
        </p:txBody>
      </p:sp>
      <p:sp>
        <p:nvSpPr>
          <p:cNvPr id="14" name="Vertikaler Textplatzhalter 2"/>
          <p:cNvSpPr>
            <a:spLocks noGrp="1"/>
          </p:cNvSpPr>
          <p:nvPr>
            <p:ph type="body" orient="vert" idx="23" hasCustomPrompt="1"/>
          </p:nvPr>
        </p:nvSpPr>
        <p:spPr bwMode="auto">
          <a:xfrm>
            <a:off x="0" y="3024000"/>
            <a:ext cx="4191562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5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6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7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8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9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20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1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Headline 1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60044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2" hasCustomPrompt="1"/>
          </p:nvPr>
        </p:nvSpPr>
        <p:spPr bwMode="auto">
          <a:xfrm>
            <a:off x="449260" y="2124575"/>
            <a:ext cx="8243888" cy="40761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2-spaltig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49261" y="3043238"/>
            <a:ext cx="8245477" cy="31575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Text/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79951" y="1438274"/>
            <a:ext cx="4013200" cy="4105275"/>
          </a:xfrm>
          <a:prstGeom prst="rect">
            <a:avLst/>
          </a:pr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1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3043238"/>
            <a:ext cx="3943351" cy="3157536"/>
          </a:xfrm>
        </p:spPr>
        <p:txBody>
          <a:bodyPr vert="horz" numCol="1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9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4679950" y="5725409"/>
            <a:ext cx="4014788" cy="475366"/>
          </a:xfrm>
        </p:spPr>
        <p:txBody>
          <a:bodyPr vert="horz" numCol="1" spcCol="234000"/>
          <a:lstStyle>
            <a:lvl1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kurz // 2x Inah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2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 kurz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3941763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8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4679950" y="2581846"/>
            <a:ext cx="4013200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klein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360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</a:lstStyle>
          <a:p>
            <a:pPr>
              <a:defRPr/>
            </a:pPr>
            <a:r>
              <a:rPr lang="de-DE"/>
              <a:t>Headline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1860551"/>
            <a:ext cx="8243888" cy="434022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0" name="Bild // Listenebene verringern"/>
              <p:cNvPicPr>
                <a:picLocks noChangeAspect="1"/>
              </p:cNvPicPr>
              <p:nvPr userDrawn="1"/>
            </p:nvPicPr>
            <p:blipFill>
              <a:blip r:embed="rId1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Bild // Listenebene erhöhen"/>
              <p:cNvPicPr>
                <a:picLocks noChangeAspect="1"/>
              </p:cNvPicPr>
              <p:nvPr userDrawn="1"/>
            </p:nvPicPr>
            <p:blipFill>
              <a:blip r:embed="rId1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sp>
        <p:nvSpPr>
          <p:cNvPr id="13" name="Hintergrundnetz"/>
          <p:cNvSpPr>
            <a:spLocks noChangeAspect="1" noEditPoints="1"/>
          </p:cNvSpPr>
          <p:nvPr userDrawn="1"/>
        </p:nvSpPr>
        <p:spPr bwMode="auto">
          <a:xfrm>
            <a:off x="1041400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 extrusionOk="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50850" y="6358068"/>
            <a:ext cx="6804000" cy="288000"/>
          </a:xfrm>
          <a:prstGeom prst="rect">
            <a:avLst/>
          </a:prstGeom>
          <a:noFill/>
        </p:spPr>
        <p:txBody>
          <a:bodyPr vert="horz" wrap="none" lIns="0" tIns="1440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 b="0" i="0" cap="none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9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10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0850" y="2579687"/>
            <a:ext cx="8243888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7974738" y="6358067"/>
            <a:ext cx="720000" cy="2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600" b="1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9pPr>
          </a:lstStyle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8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1212480" cy="417366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pic>
        <p:nvPicPr>
          <p:cNvPr id="21" name="Grafik 20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5865" y="481006"/>
            <a:ext cx="1228090" cy="42926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1819267" y="450000"/>
            <a:ext cx="1228090" cy="460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marL="0" indent="0" algn="l" defTabSz="685800">
        <a:lnSpc>
          <a:spcPct val="93000"/>
        </a:lnSpc>
        <a:spcBef>
          <a:spcPts val="0"/>
        </a:spcBef>
        <a:buFont typeface="Arial"/>
        <a:buNone/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>
        <a:lnSpc>
          <a:spcPct val="100000"/>
        </a:lnSpc>
        <a:spcBef>
          <a:spcPts val="0"/>
        </a:spcBef>
        <a:buFont typeface="Arial"/>
        <a:buNone/>
        <a:defRPr sz="2000" b="1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685800">
        <a:lnSpc>
          <a:spcPct val="100000"/>
        </a:lnSpc>
        <a:spcBef>
          <a:spcPts val="0"/>
        </a:spcBef>
        <a:buSzPct val="70000"/>
        <a:buFont typeface="Wingdings 2"/>
        <a:buNone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685800">
        <a:lnSpc>
          <a:spcPct val="100000"/>
        </a:lnSpc>
        <a:spcBef>
          <a:spcPts val="0"/>
        </a:spcBef>
        <a:buClr>
          <a:schemeClr val="accent1"/>
        </a:buClr>
        <a:buSzPct val="70000"/>
        <a:buFont typeface="Wingdings 2"/>
        <a:buChar char=""/>
        <a:defRPr sz="2000" b="1">
          <a:solidFill>
            <a:schemeClr val="accent1"/>
          </a:solidFill>
          <a:latin typeface="+mj-lt"/>
          <a:ea typeface="+mn-ea"/>
          <a:cs typeface="+mn-cs"/>
        </a:defRPr>
      </a:lvl3pPr>
      <a:lvl4pPr marL="468000" indent="-234000" algn="l" defTabSz="685800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Wingdings 2"/>
        <a:buChar char="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18800" algn="l" defTabSz="685800">
        <a:lnSpc>
          <a:spcPct val="104000"/>
        </a:lnSpc>
        <a:spcBef>
          <a:spcPts val="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49" y="1534007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4000" b="1" i="0" u="none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Datenbasierte Entscheidungsregeln</a:t>
            </a:r>
          </a:p>
          <a:p>
            <a:pPr algn="ctr">
              <a:defRPr/>
            </a:pPr>
            <a:r>
              <a:rPr lang="de-DE" sz="4000" b="1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</a:p>
          <a:p>
            <a:pPr algn="ctr">
              <a:defRPr/>
            </a:pPr>
            <a:r>
              <a:rPr lang="de-DE" sz="4000" b="0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Wie lernt eine künstliche Intelligenz?</a:t>
            </a:r>
            <a:endParaRPr sz="40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8" name="Grafik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768" y="3970871"/>
            <a:ext cx="1529093" cy="1797102"/>
          </a:xfrm>
          <a:prstGeom prst="rect">
            <a:avLst/>
          </a:prstGeom>
        </p:spPr>
      </p:pic>
      <p:pic>
        <p:nvPicPr>
          <p:cNvPr id="9" name="Grafik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76056" y="4584624"/>
            <a:ext cx="1802145" cy="1730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56" y="1342772"/>
            <a:ext cx="3309688" cy="4978515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181" y="1342772"/>
            <a:ext cx="3367557" cy="5053049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494876" y="1321257"/>
            <a:ext cx="511051" cy="771876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707904" y="1310242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9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591" y="1409110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7" y="3587365"/>
            <a:ext cx="2084962" cy="311428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488" y="1159314"/>
            <a:ext cx="1985919" cy="3052044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273" y="2161311"/>
            <a:ext cx="2102786" cy="313183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666" y="968394"/>
            <a:ext cx="1967733" cy="299970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605388" y="2118614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373421" y="1389435"/>
            <a:ext cx="511051" cy="7718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6562" y="3596566"/>
            <a:ext cx="511051" cy="771876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6183050" y="870670"/>
            <a:ext cx="511323" cy="881591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477" y="1084423"/>
            <a:ext cx="511323" cy="881591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4455598" y="3312061"/>
            <a:ext cx="2058382" cy="309627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5894094" y="3276499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90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31" y="2286166"/>
            <a:ext cx="2102786" cy="3131831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817" y="2331039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646" y="2292914"/>
            <a:ext cx="2084962" cy="3114285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139617" y="2336953"/>
            <a:ext cx="1967733" cy="2999702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1643269" y="2270191"/>
            <a:ext cx="2058382" cy="3096270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8369546" y="2243469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101647" y="2311364"/>
            <a:ext cx="511051" cy="7718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731" y="2302115"/>
            <a:ext cx="511051" cy="771876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4461056" y="2235929"/>
            <a:ext cx="511323" cy="881591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3077055" y="2227473"/>
            <a:ext cx="511323" cy="881591"/>
          </a:xfrm>
          <a:prstGeom prst="rect">
            <a:avLst/>
          </a:prstGeom>
        </p:spPr>
      </p:pic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81184" y="995085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Der Größe nach sortieren – Merkmal Energie</a:t>
            </a:r>
            <a:endParaRPr lang="de-DE" sz="28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2" name="Flussdiagramm: Prozess 1"/>
          <p:cNvSpPr/>
          <p:nvPr/>
        </p:nvSpPr>
        <p:spPr bwMode="auto">
          <a:xfrm>
            <a:off x="4978569" y="2194221"/>
            <a:ext cx="75088" cy="3706192"/>
          </a:xfrm>
          <a:prstGeom prst="flowChart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/>
          <p:cNvSpPr txBox="1"/>
          <p:nvPr/>
        </p:nvSpPr>
        <p:spPr>
          <a:xfrm>
            <a:off x="4607861" y="1840169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260 kcal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2995483" y="3812209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/>
          <p:cNvSpPr/>
          <p:nvPr/>
        </p:nvSpPr>
        <p:spPr bwMode="auto">
          <a:xfrm>
            <a:off x="4405531" y="3823554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eck 23"/>
          <p:cNvSpPr/>
          <p:nvPr/>
        </p:nvSpPr>
        <p:spPr bwMode="auto">
          <a:xfrm>
            <a:off x="5802339" y="3850055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hteck 24"/>
          <p:cNvSpPr/>
          <p:nvPr/>
        </p:nvSpPr>
        <p:spPr bwMode="auto">
          <a:xfrm>
            <a:off x="7073631" y="3850055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hteck 25"/>
          <p:cNvSpPr/>
          <p:nvPr/>
        </p:nvSpPr>
        <p:spPr bwMode="auto">
          <a:xfrm>
            <a:off x="8313293" y="3832390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998176" y="5701133"/>
            <a:ext cx="3285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Auf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dieser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Seite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haben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alle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Lebens-mittel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beim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Merkmal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Energie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einen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Wert </a:t>
            </a:r>
            <a:r>
              <a:rPr lang="en-GB" b="1" u="sng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kleiner</a:t>
            </a:r>
            <a:r>
              <a:rPr lang="en-GB" b="1" u="sng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oder</a:t>
            </a:r>
            <a:r>
              <a:rPr lang="en-GB" b="1" u="sng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gleich</a:t>
            </a:r>
            <a:r>
              <a:rPr lang="en-GB" b="1" u="sng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260 kcal</a:t>
            </a:r>
            <a:endParaRPr lang="en-GB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9" name="Textfeld 28"/>
          <p:cNvSpPr txBox="1"/>
          <p:nvPr/>
        </p:nvSpPr>
        <p:spPr bwMode="auto">
          <a:xfrm>
            <a:off x="5458998" y="5700731"/>
            <a:ext cx="3285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Auf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dieser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Seite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haben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alle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Lebens-mittel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beim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Merkmal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Energie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einen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Wert </a:t>
            </a:r>
            <a:r>
              <a:rPr lang="en-GB" b="1" u="sng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größer</a:t>
            </a:r>
            <a:r>
              <a:rPr lang="en-GB" b="1" u="sng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als</a:t>
            </a:r>
            <a:r>
              <a:rPr lang="en-GB" b="1" u="sng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260 kcal</a:t>
            </a:r>
            <a:endParaRPr lang="en-GB" b="1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23978" y="2282316"/>
            <a:ext cx="1985919" cy="305204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9811" y="2194221"/>
            <a:ext cx="511323" cy="881591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 bwMode="auto">
          <a:xfrm>
            <a:off x="1426817" y="3812209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157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/>
      <p:bldP spid="29" grpId="0"/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Grafik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84289" y="1741836"/>
            <a:ext cx="1967733" cy="299970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01778" y="3511013"/>
            <a:ext cx="2058382" cy="309627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428" y="1700329"/>
            <a:ext cx="2102786" cy="3131831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548" y="3572420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647" y="2292419"/>
            <a:ext cx="2084962" cy="311428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732" y="2301620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917378" y="3552745"/>
            <a:ext cx="511051" cy="771876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370543" y="1657632"/>
            <a:ext cx="511051" cy="771876"/>
          </a:xfrm>
          <a:prstGeom prst="rect">
            <a:avLst/>
          </a:prstGeom>
        </p:spPr>
      </p:pic>
      <p:pic>
        <p:nvPicPr>
          <p:cNvPr id="9" name="Grafik 8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C50434FE-7340-4066-91A5-CC4CD6BB0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746217" y="3462874"/>
            <a:ext cx="511323" cy="881591"/>
          </a:xfrm>
          <a:prstGeom prst="rect">
            <a:avLst/>
          </a:prstGeom>
        </p:spPr>
      </p:pic>
      <p:pic>
        <p:nvPicPr>
          <p:cNvPr id="14" name="Grafik 1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63F71FF4-B85C-47A1-9218-55233D8CE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3117733" y="1644112"/>
            <a:ext cx="511323" cy="881591"/>
          </a:xfrm>
          <a:prstGeom prst="rect">
            <a:avLst/>
          </a:prstGeom>
        </p:spPr>
      </p:pic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15921" y="937673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Datensplit – Merkmal Energie</a:t>
            </a: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8" name="Flussdiagramm: Prozess 17"/>
          <p:cNvSpPr/>
          <p:nvPr/>
        </p:nvSpPr>
        <p:spPr bwMode="auto">
          <a:xfrm>
            <a:off x="4580429" y="1726555"/>
            <a:ext cx="90450" cy="5027618"/>
          </a:xfrm>
          <a:prstGeom prst="flowChart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feld 18"/>
          <p:cNvSpPr txBox="1"/>
          <p:nvPr/>
        </p:nvSpPr>
        <p:spPr bwMode="auto">
          <a:xfrm>
            <a:off x="4209721" y="1372504"/>
            <a:ext cx="94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260 kcal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23978" y="2317652"/>
            <a:ext cx="1985919" cy="3052044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A9852173-16B2-47D6-A303-E7AECDC1C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489104" y="2266847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3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" name="Grafik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9519" y="4155896"/>
            <a:ext cx="938186" cy="1430213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54053" y="5073050"/>
            <a:ext cx="971468" cy="1461307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413" y="4116395"/>
            <a:ext cx="993777" cy="1480104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229" y="5179859"/>
            <a:ext cx="977191" cy="146628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384" y="4312589"/>
            <a:ext cx="985354" cy="147181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569" y="4295287"/>
            <a:ext cx="241523" cy="364789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393684" y="5160184"/>
            <a:ext cx="241523" cy="364789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659399" y="4073697"/>
            <a:ext cx="241523" cy="364789"/>
          </a:xfrm>
          <a:prstGeom prst="rect">
            <a:avLst/>
          </a:prstGeom>
        </p:spPr>
      </p:pic>
      <p:pic>
        <p:nvPicPr>
          <p:cNvPr id="9" name="Grafik 8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C50434FE-7340-4066-91A5-CC4CD6BB0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008719" y="5038690"/>
            <a:ext cx="241651" cy="416640"/>
          </a:xfrm>
          <a:prstGeom prst="rect">
            <a:avLst/>
          </a:prstGeom>
        </p:spPr>
      </p:pic>
      <p:pic>
        <p:nvPicPr>
          <p:cNvPr id="14" name="Grafik 1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63F71FF4-B85C-47A1-9218-55233D8CE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256552" y="4073697"/>
            <a:ext cx="241651" cy="416640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 bwMode="auto">
          <a:xfrm>
            <a:off x="4002158" y="1906769"/>
            <a:ext cx="1144104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 err="1" smtClean="0"/>
              <a:t>Energie</a:t>
            </a:r>
            <a:endParaRPr lang="en-GB" sz="2200" b="1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5106504" y="2673998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/>
          <p:cNvCxnSpPr/>
          <p:nvPr/>
        </p:nvCxnSpPr>
        <p:spPr bwMode="auto">
          <a:xfrm flipH="1">
            <a:off x="2805044" y="2692367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260 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kcal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4" name="Textfeld 23"/>
          <p:cNvSpPr txBox="1"/>
          <p:nvPr/>
        </p:nvSpPr>
        <p:spPr bwMode="auto">
          <a:xfrm>
            <a:off x="5668251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&gt; 260 kcal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9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15921" y="937673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Datensplit – Merkmal Energie</a:t>
            </a: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840236" y="4386469"/>
            <a:ext cx="926299" cy="1423575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A9852173-16B2-47D6-A303-E7AECDC1C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458388" y="4298867"/>
            <a:ext cx="241651" cy="41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82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-1088104" y="511363"/>
            <a:ext cx="8243887" cy="56199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endParaRPr lang="de-DE" sz="28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4" name="Rechteck 3"/>
          <p:cNvSpPr/>
          <p:nvPr/>
        </p:nvSpPr>
        <p:spPr bwMode="auto">
          <a:xfrm>
            <a:off x="4002158" y="1906769"/>
            <a:ext cx="1144104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 err="1" smtClean="0"/>
              <a:t>Energie</a:t>
            </a:r>
            <a:endParaRPr lang="en-GB" sz="2200" b="1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5106504" y="2673998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/>
          <p:cNvCxnSpPr/>
          <p:nvPr/>
        </p:nvCxnSpPr>
        <p:spPr bwMode="auto">
          <a:xfrm flipH="1">
            <a:off x="2805044" y="2692367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260 kcal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4" name="Textfeld 23"/>
          <p:cNvSpPr txBox="1"/>
          <p:nvPr/>
        </p:nvSpPr>
        <p:spPr bwMode="auto">
          <a:xfrm>
            <a:off x="5668251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&gt;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260 kcal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1974574" y="4092066"/>
            <a:ext cx="1616765" cy="97468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Eher</a:t>
            </a:r>
            <a:r>
              <a:rPr lang="en-GB" dirty="0" smtClean="0"/>
              <a:t> </a:t>
            </a:r>
            <a:r>
              <a:rPr lang="en-GB" dirty="0" err="1" smtClean="0"/>
              <a:t>empfehlenswert</a:t>
            </a:r>
            <a:endParaRPr lang="en-GB" dirty="0"/>
          </a:p>
        </p:txBody>
      </p:sp>
      <p:sp>
        <p:nvSpPr>
          <p:cNvPr id="25" name="Rechteck 24"/>
          <p:cNvSpPr/>
          <p:nvPr/>
        </p:nvSpPr>
        <p:spPr bwMode="auto">
          <a:xfrm>
            <a:off x="5599043" y="4092066"/>
            <a:ext cx="1616765" cy="974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Eher</a:t>
            </a:r>
            <a:r>
              <a:rPr lang="en-GB" dirty="0" smtClean="0"/>
              <a:t> </a:t>
            </a:r>
            <a:r>
              <a:rPr lang="en-GB" dirty="0" err="1" smtClean="0"/>
              <a:t>nicht</a:t>
            </a:r>
            <a:r>
              <a:rPr lang="en-GB" dirty="0" smtClean="0"/>
              <a:t> </a:t>
            </a:r>
            <a:r>
              <a:rPr lang="en-GB" dirty="0" err="1" smtClean="0"/>
              <a:t>empfehlenswert</a:t>
            </a:r>
            <a:endParaRPr lang="en-GB" dirty="0"/>
          </a:p>
        </p:txBody>
      </p:sp>
      <p:sp>
        <p:nvSpPr>
          <p:cNvPr id="26" name="Inhaltsplatzhalter 2"/>
          <p:cNvSpPr txBox="1">
            <a:spLocks/>
          </p:cNvSpPr>
          <p:nvPr/>
        </p:nvSpPr>
        <p:spPr bwMode="auto">
          <a:xfrm>
            <a:off x="315921" y="986264"/>
            <a:ext cx="8243887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>
              <a:lnSpc>
                <a:spcPct val="100000"/>
              </a:lnSpc>
              <a:spcBef>
                <a:spcPts val="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>
              <a:lnSpc>
                <a:spcPct val="100000"/>
              </a:lnSpc>
              <a:spcBef>
                <a:spcPts val="0"/>
              </a:spcBef>
              <a:buSzPct val="70000"/>
              <a:buFont typeface="Wingdings 2"/>
              <a:buNone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"/>
              <a:defRPr sz="20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468000" indent="-234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Wingdings 2"/>
              <a:buChar char="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188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3200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Entscheidungsregel </a:t>
            </a:r>
          </a:p>
          <a:p>
            <a:pPr algn="ctr">
              <a:defRPr/>
            </a:pPr>
            <a:endParaRPr lang="de-DE" sz="4000" dirty="0" smtClean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 smtClean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27" name="Inhaltsplatzhalter 2"/>
          <p:cNvSpPr txBox="1">
            <a:spLocks/>
          </p:cNvSpPr>
          <p:nvPr/>
        </p:nvSpPr>
        <p:spPr bwMode="auto">
          <a:xfrm>
            <a:off x="587591" y="5473396"/>
            <a:ext cx="8243887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>
              <a:lnSpc>
                <a:spcPct val="100000"/>
              </a:lnSpc>
              <a:spcBef>
                <a:spcPts val="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>
              <a:lnSpc>
                <a:spcPct val="100000"/>
              </a:lnSpc>
              <a:spcBef>
                <a:spcPts val="0"/>
              </a:spcBef>
              <a:buSzPct val="70000"/>
              <a:buFont typeface="Wingdings 2"/>
              <a:buNone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"/>
              <a:defRPr sz="20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468000" indent="-234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Wingdings 2"/>
              <a:buChar char="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188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Gilt die Regel auch für weitere Lebensmittel? </a:t>
            </a:r>
            <a:endParaRPr lang="de-D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dirty="0" smtClean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r>
              <a:rPr lang="de-DE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Gibt es noch bessere Entscheidungsregeln? </a:t>
            </a:r>
          </a:p>
          <a:p>
            <a:pPr algn="ctr">
              <a:defRPr/>
            </a:pPr>
            <a:endParaRPr lang="de-DE" sz="4000" dirty="0" smtClean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 smtClean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6136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OWERPOINT MASTER UNIVERSITÄT PADERBORN">
  <a:themeElements>
    <a:clrScheme name="UNIVERSITÄT PADERBORN">
      <a:dk1>
        <a:srgbClr val="555555"/>
      </a:dk1>
      <a:lt1>
        <a:sysClr val="window" lastClr="FFFFFF"/>
      </a:lt1>
      <a:dk2>
        <a:srgbClr val="00205B"/>
      </a:dk2>
      <a:lt2>
        <a:srgbClr val="C7C9C7"/>
      </a:lt2>
      <a:accent1>
        <a:srgbClr val="18B0E2"/>
      </a:accent1>
      <a:accent2>
        <a:srgbClr val="D73367"/>
      </a:accent2>
      <a:accent3>
        <a:srgbClr val="007FB9"/>
      </a:accent3>
      <a:accent4>
        <a:srgbClr val="A4C424"/>
      </a:accent4>
      <a:accent5>
        <a:srgbClr val="F29512"/>
      </a:accent5>
      <a:accent6>
        <a:srgbClr val="A93983"/>
      </a:accent6>
      <a:hlink>
        <a:srgbClr val="555555"/>
      </a:hlink>
      <a:folHlink>
        <a:srgbClr val="555555"/>
      </a:folHlink>
    </a:clrScheme>
    <a:fontScheme name="UNIVERSITÄT PADERBORN">
      <a:majorFont>
        <a:latin typeface="Arial Narrow"/>
        <a:ea typeface="Arial"/>
        <a:cs typeface="Arial"/>
      </a:majorFont>
      <a:minorFont>
        <a:latin typeface="Arial Narrow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190374F48C78847B9AE293A636F6CD2" ma:contentTypeVersion="14" ma:contentTypeDescription="Ein neues Dokument erstellen." ma:contentTypeScope="" ma:versionID="96824b29f45fbae85c81ac3c66245231">
  <xsd:schema xmlns:xsd="http://www.w3.org/2001/XMLSchema" xmlns:xs="http://www.w3.org/2001/XMLSchema" xmlns:p="http://schemas.microsoft.com/office/2006/metadata/properties" xmlns:ns2="7dc262d9-137d-40b1-b289-87fe1ad40095" xmlns:ns3="e5a49d80-0fad-4e68-b0d8-aafd2a49985a" targetNamespace="http://schemas.microsoft.com/office/2006/metadata/properties" ma:root="true" ma:fieldsID="9e09d7cd268bef04a3f85a72220447e6" ns2:_="" ns3:_="">
    <xsd:import namespace="7dc262d9-137d-40b1-b289-87fe1ad40095"/>
    <xsd:import namespace="e5a49d80-0fad-4e68-b0d8-aafd2a499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262d9-137d-40b1-b289-87fe1ad40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67f88959-860b-4101-a89a-f09d3dcd5a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49d80-0fad-4e68-b0d8-aafd2a4998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ffcad43-9182-4290-b108-925942978a48}" ma:internalName="TaxCatchAll" ma:showField="CatchAllData" ma:web="e5a49d80-0fad-4e68-b0d8-aafd2a4998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262d9-137d-40b1-b289-87fe1ad40095">
      <Terms xmlns="http://schemas.microsoft.com/office/infopath/2007/PartnerControls"/>
    </lcf76f155ced4ddcb4097134ff3c332f>
    <TaxCatchAll xmlns="e5a49d80-0fad-4e68-b0d8-aafd2a49985a" xsi:nil="true"/>
  </documentManagement>
</p:properties>
</file>

<file path=customXml/itemProps1.xml><?xml version="1.0" encoding="utf-8"?>
<ds:datastoreItem xmlns:ds="http://schemas.openxmlformats.org/officeDocument/2006/customXml" ds:itemID="{E4F812AA-7A73-425C-BD8A-9BED79AD4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262d9-137d-40b1-b289-87fe1ad40095"/>
    <ds:schemaRef ds:uri="e5a49d80-0fad-4e68-b0d8-aafd2a499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40E9D-23CD-4A56-8017-F33F544834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99C495-6909-4EF1-8192-27AD92596F89}">
  <ds:schemaRefs>
    <ds:schemaRef ds:uri="e5a49d80-0fad-4e68-b0d8-aafd2a49985a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dc262d9-137d-40b1-b289-87fe1ad4009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</Words>
  <Application>Microsoft Office PowerPoint</Application>
  <PresentationFormat>Bildschirmpräsentation (4:3)</PresentationFormat>
  <Paragraphs>45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Arial Narrow</vt:lpstr>
      <vt:lpstr>Calibri</vt:lpstr>
      <vt:lpstr>Wingdings 2</vt:lpstr>
      <vt:lpstr>POWERPOINT MASTER UNIVERSITÄT PADERBORN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Microsoft Office-Anwender;Birte Heinemann;Daniel Frischemeier</dc:creator>
  <cp:keywords/>
  <dc:description/>
  <cp:lastModifiedBy>Fleischer</cp:lastModifiedBy>
  <cp:revision>20</cp:revision>
  <dcterms:created xsi:type="dcterms:W3CDTF">2017-09-20T06:38:18Z</dcterms:created>
  <dcterms:modified xsi:type="dcterms:W3CDTF">2022-04-07T11:54:18Z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0x0101004190374F48C78847B9AE293A636F6CD2</vt:lpwstr>
  </property>
  <property fmtid="{D5CDD505-2E9C-101B-9397-08002B2CF9AE}" pid="3" name="MediaServiceImageTags">
    <vt:lpwstr/>
  </property>
</Properties>
</file>